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5" r:id="rId5"/>
    <p:sldMasterId id="2147483678" r:id="rId6"/>
    <p:sldMasterId id="2147483680" r:id="rId7"/>
    <p:sldMasterId id="2147483682" r:id="rId8"/>
    <p:sldMasterId id="2147483684" r:id="rId9"/>
    <p:sldMasterId id="2147483686" r:id="rId10"/>
    <p:sldMasterId id="2147483689" r:id="rId11"/>
    <p:sldMasterId id="2147483691" r:id="rId12"/>
    <p:sldMasterId id="2147483693" r:id="rId13"/>
    <p:sldMasterId id="2147483695" r:id="rId14"/>
    <p:sldMasterId id="2147483697" r:id="rId15"/>
    <p:sldMasterId id="2147483699" r:id="rId16"/>
    <p:sldMasterId id="2147483701" r:id="rId17"/>
    <p:sldMasterId id="2147483703" r:id="rId18"/>
    <p:sldMasterId id="2147483705" r:id="rId19"/>
    <p:sldMasterId id="2147483707" r:id="rId20"/>
    <p:sldMasterId id="2147483709" r:id="rId21"/>
    <p:sldMasterId id="2147483711" r:id="rId22"/>
    <p:sldMasterId id="2147483713" r:id="rId23"/>
    <p:sldMasterId id="2147483715" r:id="rId24"/>
    <p:sldMasterId id="2147483717" r:id="rId25"/>
    <p:sldMasterId id="2147483719" r:id="rId26"/>
    <p:sldMasterId id="2147483721" r:id="rId27"/>
    <p:sldMasterId id="2147483724" r:id="rId28"/>
    <p:sldMasterId id="2147483726" r:id="rId29"/>
    <p:sldMasterId id="2147483728" r:id="rId30"/>
  </p:sldMasterIdLst>
  <p:notesMasterIdLst>
    <p:notesMasterId r:id="rId32"/>
  </p:notesMasterIdLst>
  <p:sldIdLst>
    <p:sldId id="257" r:id="rId31"/>
    <p:sldId id="258" r:id="rId33"/>
    <p:sldId id="259" r:id="rId34"/>
    <p:sldId id="315" r:id="rId35"/>
    <p:sldId id="262" r:id="rId36"/>
    <p:sldId id="314" r:id="rId37"/>
    <p:sldId id="263" r:id="rId38"/>
    <p:sldId id="264" r:id="rId39"/>
    <p:sldId id="265" r:id="rId40"/>
    <p:sldId id="266" r:id="rId41"/>
    <p:sldId id="267" r:id="rId42"/>
    <p:sldId id="328" r:id="rId43"/>
    <p:sldId id="329" r:id="rId44"/>
    <p:sldId id="269" r:id="rId45"/>
    <p:sldId id="270" r:id="rId46"/>
    <p:sldId id="327" r:id="rId47"/>
    <p:sldId id="272" r:id="rId48"/>
    <p:sldId id="273" r:id="rId49"/>
    <p:sldId id="274" r:id="rId50"/>
    <p:sldId id="293" r:id="rId51"/>
    <p:sldId id="276" r:id="rId52"/>
    <p:sldId id="277" r:id="rId53"/>
    <p:sldId id="278" r:id="rId54"/>
    <p:sldId id="280" r:id="rId55"/>
    <p:sldId id="281" r:id="rId56"/>
    <p:sldId id="282" r:id="rId57"/>
    <p:sldId id="283" r:id="rId58"/>
    <p:sldId id="284" r:id="rId59"/>
    <p:sldId id="285" r:id="rId60"/>
    <p:sldId id="286" r:id="rId61"/>
    <p:sldId id="287" r:id="rId62"/>
    <p:sldId id="288" r:id="rId63"/>
    <p:sldId id="289" r:id="rId64"/>
    <p:sldId id="290" r:id="rId65"/>
    <p:sldId id="291" r:id="rId66"/>
    <p:sldId id="323" r:id="rId67"/>
    <p:sldId id="316" r:id="rId68"/>
    <p:sldId id="318" r:id="rId69"/>
    <p:sldId id="319" r:id="rId70"/>
    <p:sldId id="320" r:id="rId71"/>
    <p:sldId id="321" r:id="rId72"/>
    <p:sldId id="322" r:id="rId73"/>
    <p:sldId id="292" r:id="rId74"/>
  </p:sldIdLst>
  <p:sldSz cx="12192000" cy="6858000"/>
  <p:notesSz cx="6858000" cy="9144000"/>
  <p:custDataLst>
    <p:tags r:id="rId7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6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9" Type="http://schemas.openxmlformats.org/officeDocument/2006/relationships/tags" Target="tags/tag785.xml"/><Relationship Id="rId78" Type="http://schemas.openxmlformats.org/officeDocument/2006/relationships/commentAuthors" Target="commentAuthors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43.xml"/><Relationship Id="rId73" Type="http://schemas.openxmlformats.org/officeDocument/2006/relationships/slide" Target="slides/slide42.xml"/><Relationship Id="rId72" Type="http://schemas.openxmlformats.org/officeDocument/2006/relationships/slide" Target="slides/slide41.xml"/><Relationship Id="rId71" Type="http://schemas.openxmlformats.org/officeDocument/2006/relationships/slide" Target="slides/slide40.xml"/><Relationship Id="rId70" Type="http://schemas.openxmlformats.org/officeDocument/2006/relationships/slide" Target="slides/slide39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8.xml"/><Relationship Id="rId68" Type="http://schemas.openxmlformats.org/officeDocument/2006/relationships/slide" Target="slides/slide37.xml"/><Relationship Id="rId67" Type="http://schemas.openxmlformats.org/officeDocument/2006/relationships/slide" Target="slides/slide36.xml"/><Relationship Id="rId66" Type="http://schemas.openxmlformats.org/officeDocument/2006/relationships/slide" Target="slides/slide35.xml"/><Relationship Id="rId65" Type="http://schemas.openxmlformats.org/officeDocument/2006/relationships/slide" Target="slides/slide34.xml"/><Relationship Id="rId64" Type="http://schemas.openxmlformats.org/officeDocument/2006/relationships/slide" Target="slides/slide33.xml"/><Relationship Id="rId63" Type="http://schemas.openxmlformats.org/officeDocument/2006/relationships/slide" Target="slides/slide32.xml"/><Relationship Id="rId62" Type="http://schemas.openxmlformats.org/officeDocument/2006/relationships/slide" Target="slides/slide31.xml"/><Relationship Id="rId61" Type="http://schemas.openxmlformats.org/officeDocument/2006/relationships/slide" Target="slides/slide30.xml"/><Relationship Id="rId60" Type="http://schemas.openxmlformats.org/officeDocument/2006/relationships/slide" Target="slides/slide2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8.xml"/><Relationship Id="rId58" Type="http://schemas.openxmlformats.org/officeDocument/2006/relationships/slide" Target="slides/slide27.xml"/><Relationship Id="rId57" Type="http://schemas.openxmlformats.org/officeDocument/2006/relationships/slide" Target="slides/slide26.xml"/><Relationship Id="rId56" Type="http://schemas.openxmlformats.org/officeDocument/2006/relationships/slide" Target="slides/slide25.xml"/><Relationship Id="rId55" Type="http://schemas.openxmlformats.org/officeDocument/2006/relationships/slide" Target="slides/slide24.xml"/><Relationship Id="rId54" Type="http://schemas.openxmlformats.org/officeDocument/2006/relationships/slide" Target="slides/slide23.xml"/><Relationship Id="rId53" Type="http://schemas.openxmlformats.org/officeDocument/2006/relationships/slide" Target="slides/slide22.xml"/><Relationship Id="rId52" Type="http://schemas.openxmlformats.org/officeDocument/2006/relationships/slide" Target="slides/slide21.xml"/><Relationship Id="rId51" Type="http://schemas.openxmlformats.org/officeDocument/2006/relationships/slide" Target="slides/slide20.xml"/><Relationship Id="rId50" Type="http://schemas.openxmlformats.org/officeDocument/2006/relationships/slide" Target="slides/slide1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8.xml"/><Relationship Id="rId48" Type="http://schemas.openxmlformats.org/officeDocument/2006/relationships/slide" Target="slides/slide17.xml"/><Relationship Id="rId47" Type="http://schemas.openxmlformats.org/officeDocument/2006/relationships/slide" Target="slides/slide16.xml"/><Relationship Id="rId46" Type="http://schemas.openxmlformats.org/officeDocument/2006/relationships/slide" Target="slides/slide15.xml"/><Relationship Id="rId45" Type="http://schemas.openxmlformats.org/officeDocument/2006/relationships/slide" Target="slides/slide14.xml"/><Relationship Id="rId44" Type="http://schemas.openxmlformats.org/officeDocument/2006/relationships/slide" Target="slides/slide13.xml"/><Relationship Id="rId43" Type="http://schemas.openxmlformats.org/officeDocument/2006/relationships/slide" Target="slides/slide12.xml"/><Relationship Id="rId42" Type="http://schemas.openxmlformats.org/officeDocument/2006/relationships/slide" Target="slides/slide11.xml"/><Relationship Id="rId41" Type="http://schemas.openxmlformats.org/officeDocument/2006/relationships/slide" Target="slides/slide10.xml"/><Relationship Id="rId40" Type="http://schemas.openxmlformats.org/officeDocument/2006/relationships/slide" Target="slides/slide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8.xml"/><Relationship Id="rId38" Type="http://schemas.openxmlformats.org/officeDocument/2006/relationships/slide" Target="slides/slide7.xml"/><Relationship Id="rId37" Type="http://schemas.openxmlformats.org/officeDocument/2006/relationships/slide" Target="slides/slide6.xml"/><Relationship Id="rId36" Type="http://schemas.openxmlformats.org/officeDocument/2006/relationships/slide" Target="slides/slide5.xml"/><Relationship Id="rId35" Type="http://schemas.openxmlformats.org/officeDocument/2006/relationships/slide" Target="slides/slide4.xml"/><Relationship Id="rId34" Type="http://schemas.openxmlformats.org/officeDocument/2006/relationships/slide" Target="slides/slide3.xml"/><Relationship Id="rId33" Type="http://schemas.openxmlformats.org/officeDocument/2006/relationships/slide" Target="slides/slide2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1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1B088-4959-4BDA-A2D1-734C193972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5.xml"/><Relationship Id="rId7" Type="http://schemas.openxmlformats.org/officeDocument/2006/relationships/image" Target="../media/image2.svg"/><Relationship Id="rId6" Type="http://schemas.openxmlformats.org/officeDocument/2006/relationships/image" Target="../media/image2.png"/><Relationship Id="rId5" Type="http://schemas.openxmlformats.org/officeDocument/2006/relationships/tags" Target="../tags/tag64.xml"/><Relationship Id="rId4" Type="http://schemas.openxmlformats.org/officeDocument/2006/relationships/image" Target="../media/image1.svg"/><Relationship Id="rId34" Type="http://schemas.openxmlformats.org/officeDocument/2006/relationships/tags" Target="../tags/tag79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image" Target="../media/image11.png"/><Relationship Id="rId30" Type="http://schemas.openxmlformats.org/officeDocument/2006/relationships/tags" Target="../tags/tag76.xml"/><Relationship Id="rId3" Type="http://schemas.openxmlformats.org/officeDocument/2006/relationships/image" Target="../media/image1.png"/><Relationship Id="rId29" Type="http://schemas.openxmlformats.org/officeDocument/2006/relationships/image" Target="../media/image10.png"/><Relationship Id="rId28" Type="http://schemas.openxmlformats.org/officeDocument/2006/relationships/tags" Target="../tags/tag75.xml"/><Relationship Id="rId27" Type="http://schemas.openxmlformats.org/officeDocument/2006/relationships/image" Target="../media/image9.png"/><Relationship Id="rId26" Type="http://schemas.openxmlformats.org/officeDocument/2006/relationships/tags" Target="../tags/tag74.xml"/><Relationship Id="rId25" Type="http://schemas.openxmlformats.org/officeDocument/2006/relationships/image" Target="../media/image8.png"/><Relationship Id="rId24" Type="http://schemas.openxmlformats.org/officeDocument/2006/relationships/tags" Target="../tags/tag73.xml"/><Relationship Id="rId23" Type="http://schemas.openxmlformats.org/officeDocument/2006/relationships/image" Target="../media/image7.png"/><Relationship Id="rId22" Type="http://schemas.openxmlformats.org/officeDocument/2006/relationships/tags" Target="../tags/tag72.xml"/><Relationship Id="rId21" Type="http://schemas.openxmlformats.org/officeDocument/2006/relationships/image" Target="../media/image6.png"/><Relationship Id="rId20" Type="http://schemas.openxmlformats.org/officeDocument/2006/relationships/tags" Target="../tags/tag71.xml"/><Relationship Id="rId2" Type="http://schemas.openxmlformats.org/officeDocument/2006/relationships/tags" Target="../tags/tag63.xml"/><Relationship Id="rId19" Type="http://schemas.openxmlformats.org/officeDocument/2006/relationships/image" Target="../media/image5.svg"/><Relationship Id="rId18" Type="http://schemas.openxmlformats.org/officeDocument/2006/relationships/image" Target="../media/image5.png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image" Target="../media/image4.svg"/><Relationship Id="rId12" Type="http://schemas.openxmlformats.org/officeDocument/2006/relationships/image" Target="../media/image4.png"/><Relationship Id="rId11" Type="http://schemas.openxmlformats.org/officeDocument/2006/relationships/tags" Target="../tags/tag66.xml"/><Relationship Id="rId10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86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94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93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92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5.png"/><Relationship Id="rId7" Type="http://schemas.openxmlformats.org/officeDocument/2006/relationships/tags" Target="../tags/tag133.xml"/><Relationship Id="rId6" Type="http://schemas.openxmlformats.org/officeDocument/2006/relationships/image" Target="../media/image14.png"/><Relationship Id="rId5" Type="http://schemas.openxmlformats.org/officeDocument/2006/relationships/tags" Target="../tags/tag132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131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47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146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145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82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181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180.xml"/><Relationship Id="rId15" Type="http://schemas.openxmlformats.org/officeDocument/2006/relationships/tags" Target="../tags/tag188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27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226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225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slideMaster" Target="../slideMasters/slideMaster10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72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271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270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slideMaster" Target="../slideMasters/slideMaster14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slideMaster" Target="../slideMasters/slideMaster15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27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326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325.xml"/><Relationship Id="rId15" Type="http://schemas.openxmlformats.org/officeDocument/2006/relationships/tags" Target="../tags/tag333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slideMaster" Target="../slideMasters/slideMaster20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52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351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350.xml"/><Relationship Id="rId15" Type="http://schemas.openxmlformats.org/officeDocument/2006/relationships/tags" Target="../tags/tag358.xml"/><Relationship Id="rId14" Type="http://schemas.openxmlformats.org/officeDocument/2006/relationships/tags" Target="../tags/tag357.xml"/><Relationship Id="rId13" Type="http://schemas.openxmlformats.org/officeDocument/2006/relationships/tags" Target="../tags/tag356.xml"/><Relationship Id="rId12" Type="http://schemas.openxmlformats.org/officeDocument/2006/relationships/tags" Target="../tags/tag355.xml"/><Relationship Id="rId11" Type="http://schemas.openxmlformats.org/officeDocument/2006/relationships/tags" Target="../tags/tag354.xml"/><Relationship Id="rId10" Type="http://schemas.openxmlformats.org/officeDocument/2006/relationships/tags" Target="../tags/tag353.xml"/><Relationship Id="rId1" Type="http://schemas.openxmlformats.org/officeDocument/2006/relationships/slideMaster" Target="../slideMasters/slideMaster21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22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slideMaster" Target="../slideMasters/slideMaster23.xml"/></Relationships>
</file>

<file path=ppt/slideLayouts/_rels/slideLayout47.xml.rels><?xml version="1.0" encoding="UTF-8" standalone="yes"?>
<Relationships xmlns="http://schemas.openxmlformats.org/package/2006/relationships"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" Type="http://schemas.openxmlformats.org/officeDocument/2006/relationships/slideMaster" Target="../slideMasters/slideMaster24.xml"/></Relationships>
</file>

<file path=ppt/slideLayouts/_rels/slideLayout48.xml.rels><?xml version="1.0" encoding="UTF-8" standalone="yes"?>
<Relationships xmlns="http://schemas.openxmlformats.org/package/2006/relationships"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slideMaster" Target="../slideMasters/slideMaster25.xml"/></Relationships>
</file>

<file path=ppt/slideLayouts/_rels/slideLayout49.xml.rels><?xml version="1.0" encoding="UTF-8" standalone="yes"?>
<Relationships xmlns="http://schemas.openxmlformats.org/package/2006/relationships"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slideMaster" Target="../slideMasters/slideMaster2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5.png"/><Relationship Id="rId7" Type="http://schemas.openxmlformats.org/officeDocument/2006/relationships/tags" Target="../tags/tag417.xml"/><Relationship Id="rId6" Type="http://schemas.openxmlformats.org/officeDocument/2006/relationships/image" Target="../media/image14.png"/><Relationship Id="rId5" Type="http://schemas.openxmlformats.org/officeDocument/2006/relationships/tags" Target="../tags/tag416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415.xml"/><Relationship Id="rId14" Type="http://schemas.openxmlformats.org/officeDocument/2006/relationships/tags" Target="../tags/tag422.xml"/><Relationship Id="rId13" Type="http://schemas.openxmlformats.org/officeDocument/2006/relationships/tags" Target="../tags/tag421.xml"/><Relationship Id="rId12" Type="http://schemas.openxmlformats.org/officeDocument/2006/relationships/tags" Target="../tags/tag420.xml"/><Relationship Id="rId11" Type="http://schemas.openxmlformats.org/officeDocument/2006/relationships/tags" Target="../tags/tag419.xml"/><Relationship Id="rId10" Type="http://schemas.openxmlformats.org/officeDocument/2006/relationships/tags" Target="../tags/tag418.xml"/><Relationship Id="rId1" Type="http://schemas.openxmlformats.org/officeDocument/2006/relationships/slideMaster" Target="../slideMasters/slideMaster27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431.xml"/><Relationship Id="rId7" Type="http://schemas.openxmlformats.org/officeDocument/2006/relationships/image" Target="../media/image5.svg"/><Relationship Id="rId6" Type="http://schemas.openxmlformats.org/officeDocument/2006/relationships/image" Target="../media/image5.png"/><Relationship Id="rId5" Type="http://schemas.openxmlformats.org/officeDocument/2006/relationships/tags" Target="../tags/tag430.xml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tags" Target="../tags/tag429.xml"/><Relationship Id="rId15" Type="http://schemas.openxmlformats.org/officeDocument/2006/relationships/tags" Target="../tags/tag437.xml"/><Relationship Id="rId14" Type="http://schemas.openxmlformats.org/officeDocument/2006/relationships/tags" Target="../tags/tag436.xml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slideMaster" Target="../slideMasters/slideMaster28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6" name="@svg_leaves0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3554" y="5385816"/>
            <a:ext cx="1522476" cy="1325880"/>
          </a:xfrm>
          <a:prstGeom prst="rect">
            <a:avLst/>
          </a:prstGeom>
        </p:spPr>
      </p:pic>
      <p:pic>
        <p:nvPicPr>
          <p:cNvPr id="10" name="@svg_flower0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9666" y="4965192"/>
            <a:ext cx="3456432" cy="1892808"/>
          </a:xfrm>
          <a:prstGeom prst="rect">
            <a:avLst/>
          </a:prstGeom>
        </p:spPr>
      </p:pic>
      <p:pic>
        <p:nvPicPr>
          <p:cNvPr id="14" name="@svg_butterfly04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47910" y="493776"/>
            <a:ext cx="2240280" cy="48783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38200" y="1656000"/>
            <a:ext cx="7838372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</a:t>
            </a:r>
            <a:br>
              <a:rPr lang="en-US" altLang="zh-CN" dirty="0"/>
            </a:br>
            <a:r>
              <a:rPr lang="zh-CN" altLang="en-US" dirty="0"/>
              <a:t>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5"/>
            </p:custDataLst>
          </p:nvPr>
        </p:nvSpPr>
        <p:spPr>
          <a:xfrm>
            <a:off x="838200" y="3600000"/>
            <a:ext cx="7838372" cy="381714"/>
          </a:xfrm>
        </p:spPr>
        <p:txBody>
          <a:bodyPr lIns="3600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833629" y="4298378"/>
            <a:ext cx="7838372" cy="504000"/>
          </a:xfrm>
        </p:spPr>
        <p:txBody>
          <a:bodyPr lIns="36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pic>
        <p:nvPicPr>
          <p:cNvPr id="4" name="@svg_dot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539615" y="4699829"/>
            <a:ext cx="2743438" cy="21581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1359062" y="4965192"/>
            <a:ext cx="829128" cy="186553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013454" y="5911596"/>
            <a:ext cx="2170364" cy="94496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9920281" y="2353623"/>
            <a:ext cx="2267909" cy="450533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8278539" y="3933237"/>
            <a:ext cx="957155" cy="94496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752587" y="2033555"/>
            <a:ext cx="634039" cy="640135"/>
          </a:xfrm>
          <a:prstGeom prst="rect">
            <a:avLst/>
          </a:prstGeom>
        </p:spPr>
      </p:pic>
      <p:sp>
        <p:nvSpPr>
          <p:cNvPr id="18" name="日期占位符 3"/>
          <p:cNvSpPr>
            <a:spLocks noGrp="1"/>
          </p:cNvSpPr>
          <p:nvPr>
            <p:ph type="dt" sz="half" idx="10"/>
            <p:custDataLst>
              <p:tags r:id="rId3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11"/>
            <p:custDataLst>
              <p:tags r:id="rId3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2"/>
            <p:custDataLst>
              <p:tags r:id="rId3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5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691089" y="1257661"/>
            <a:ext cx="2880000" cy="2047349"/>
          </a:xfrm>
        </p:spPr>
        <p:txBody>
          <a:bodyPr anchor="ctr">
            <a:normAutofit/>
          </a:bodyPr>
          <a:lstStyle>
            <a:lvl1pPr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382979"/>
            <a:ext cx="10071465" cy="3475021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296629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010459" y="493910"/>
            <a:ext cx="8181541" cy="6364776"/>
          </a:xfrm>
          <a:prstGeom prst="rect">
            <a:avLst/>
          </a:prstGeom>
        </p:spPr>
      </p:pic>
      <p:pic>
        <p:nvPicPr>
          <p:cNvPr id="21" name="@svg_dot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770" y="658368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1078530" y="1656664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4964430" y="3782655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010459" y="493910"/>
            <a:ext cx="8181541" cy="6364776"/>
          </a:xfrm>
          <a:prstGeom prst="rect">
            <a:avLst/>
          </a:prstGeom>
        </p:spPr>
      </p:pic>
      <p:pic>
        <p:nvPicPr>
          <p:cNvPr id="21" name="@svg_dot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770" y="658368"/>
            <a:ext cx="534924" cy="777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1078530" y="1656664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4964430" y="3782655"/>
            <a:ext cx="2743200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19" name="@svg_dot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29" y="658715"/>
            <a:ext cx="534857" cy="777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800" y="2736318"/>
            <a:ext cx="9992210" cy="41212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400" y="2802714"/>
            <a:ext cx="9144000" cy="823624"/>
          </a:xfrm>
        </p:spPr>
        <p:txBody>
          <a:bodyPr anchor="b"/>
          <a:lstStyle>
            <a:lvl1pPr algn="ctr">
              <a:defRPr sz="5400" b="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1714" y="1577285"/>
            <a:ext cx="9144000" cy="122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93797"/>
            <a:ext cx="10515600" cy="864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144.xml"/><Relationship Id="rId20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image" Target="../media/image15.png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image" Target="../media/image6.svg"/><Relationship Id="rId13" Type="http://schemas.openxmlformats.org/officeDocument/2006/relationships/image" Target="../media/image1.png"/><Relationship Id="rId12" Type="http://schemas.openxmlformats.org/officeDocument/2006/relationships/tags" Target="../tags/tag13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image" Target="../media/image15.png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image" Target="../media/image6.svg"/><Relationship Id="rId4" Type="http://schemas.openxmlformats.org/officeDocument/2006/relationships/image" Target="../media/image1.png"/><Relationship Id="rId3" Type="http://schemas.openxmlformats.org/officeDocument/2006/relationships/tags" Target="../tags/tag154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tags" Target="../tags/tag159.xml"/><Relationship Id="rId11" Type="http://schemas.openxmlformats.org/officeDocument/2006/relationships/image" Target="../media/image16.png"/><Relationship Id="rId10" Type="http://schemas.openxmlformats.org/officeDocument/2006/relationships/tags" Target="../tags/tag158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image" Target="../media/image15.png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image" Target="../media/image6.svg"/><Relationship Id="rId4" Type="http://schemas.openxmlformats.org/officeDocument/2006/relationships/image" Target="../media/image1.png"/><Relationship Id="rId3" Type="http://schemas.openxmlformats.org/officeDocument/2006/relationships/tags" Target="../tags/tag164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4.xml"/><Relationship Id="rId12" Type="http://schemas.openxmlformats.org/officeDocument/2006/relationships/tags" Target="../tags/tag169.xml"/><Relationship Id="rId11" Type="http://schemas.openxmlformats.org/officeDocument/2006/relationships/image" Target="../media/image16.png"/><Relationship Id="rId10" Type="http://schemas.openxmlformats.org/officeDocument/2006/relationships/tags" Target="../tags/tag168.xml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image" Target="../media/image15.png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174.xml"/><Relationship Id="rId12" Type="http://schemas.openxmlformats.org/officeDocument/2006/relationships/theme" Target="../theme/theme5.xml"/><Relationship Id="rId11" Type="http://schemas.openxmlformats.org/officeDocument/2006/relationships/tags" Target="../tags/tag17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image" Target="../media/image15.png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189.xml"/><Relationship Id="rId12" Type="http://schemas.openxmlformats.org/officeDocument/2006/relationships/theme" Target="../theme/theme6.xml"/><Relationship Id="rId11" Type="http://schemas.openxmlformats.org/officeDocument/2006/relationships/tags" Target="../tags/tag19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image" Target="../media/image15.png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199.xml"/><Relationship Id="rId12" Type="http://schemas.openxmlformats.org/officeDocument/2006/relationships/theme" Target="../theme/theme7.xml"/><Relationship Id="rId11" Type="http://schemas.openxmlformats.org/officeDocument/2006/relationships/tags" Target="../tags/tag20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image" Target="../media/image15.png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09.xml"/><Relationship Id="rId12" Type="http://schemas.openxmlformats.org/officeDocument/2006/relationships/theme" Target="../theme/theme8.xml"/><Relationship Id="rId11" Type="http://schemas.openxmlformats.org/officeDocument/2006/relationships/tags" Target="../tags/tag21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image" Target="../media/image15.png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image" Target="../media/image6.svg"/><Relationship Id="rId4" Type="http://schemas.openxmlformats.org/officeDocument/2006/relationships/image" Target="../media/image1.png"/><Relationship Id="rId3" Type="http://schemas.openxmlformats.org/officeDocument/2006/relationships/tags" Target="../tags/tag219.xml"/><Relationship Id="rId2" Type="http://schemas.openxmlformats.org/officeDocument/2006/relationships/slideLayout" Target="../slideLayouts/slideLayout32.xml"/><Relationship Id="rId13" Type="http://schemas.openxmlformats.org/officeDocument/2006/relationships/theme" Target="../theme/theme9.xml"/><Relationship Id="rId12" Type="http://schemas.openxmlformats.org/officeDocument/2006/relationships/tags" Target="../tags/tag224.xml"/><Relationship Id="rId11" Type="http://schemas.openxmlformats.org/officeDocument/2006/relationships/image" Target="../media/image16.png"/><Relationship Id="rId10" Type="http://schemas.openxmlformats.org/officeDocument/2006/relationships/tags" Target="../tags/tag223.xml"/><Relationship Id="rId1" Type="http://schemas.openxmlformats.org/officeDocument/2006/relationships/slideLayout" Target="../slideLayouts/slideLayout3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image" Target="../media/image15.png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34.xml"/><Relationship Id="rId12" Type="http://schemas.openxmlformats.org/officeDocument/2006/relationships/theme" Target="../theme/theme10.xml"/><Relationship Id="rId11" Type="http://schemas.openxmlformats.org/officeDocument/2006/relationships/tags" Target="../tags/tag23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image" Target="../media/image15.png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44.xml"/><Relationship Id="rId12" Type="http://schemas.openxmlformats.org/officeDocument/2006/relationships/theme" Target="../theme/theme11.xml"/><Relationship Id="rId11" Type="http://schemas.openxmlformats.org/officeDocument/2006/relationships/tags" Target="../tags/tag24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image" Target="../media/image15.png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54.xml"/><Relationship Id="rId12" Type="http://schemas.openxmlformats.org/officeDocument/2006/relationships/theme" Target="../theme/theme12.xml"/><Relationship Id="rId11" Type="http://schemas.openxmlformats.org/officeDocument/2006/relationships/tags" Target="../tags/tag25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image" Target="../media/image15.png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64.xml"/><Relationship Id="rId12" Type="http://schemas.openxmlformats.org/officeDocument/2006/relationships/theme" Target="../theme/theme13.xml"/><Relationship Id="rId11" Type="http://schemas.openxmlformats.org/officeDocument/2006/relationships/tags" Target="../tags/tag26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image" Target="../media/image15.png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79.xml"/><Relationship Id="rId12" Type="http://schemas.openxmlformats.org/officeDocument/2006/relationships/theme" Target="../theme/theme14.xml"/><Relationship Id="rId11" Type="http://schemas.openxmlformats.org/officeDocument/2006/relationships/tags" Target="../tags/tag28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image" Target="../media/image15.png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89.xml"/><Relationship Id="rId12" Type="http://schemas.openxmlformats.org/officeDocument/2006/relationships/theme" Target="../theme/theme15.xml"/><Relationship Id="rId11" Type="http://schemas.openxmlformats.org/officeDocument/2006/relationships/tags" Target="../tags/tag29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8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image" Target="../media/image15.png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299.xml"/><Relationship Id="rId12" Type="http://schemas.openxmlformats.org/officeDocument/2006/relationships/theme" Target="../theme/theme16.xml"/><Relationship Id="rId11" Type="http://schemas.openxmlformats.org/officeDocument/2006/relationships/tags" Target="../tags/tag30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9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image" Target="../media/image15.png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09.xml"/><Relationship Id="rId12" Type="http://schemas.openxmlformats.org/officeDocument/2006/relationships/theme" Target="../theme/theme17.xml"/><Relationship Id="rId11" Type="http://schemas.openxmlformats.org/officeDocument/2006/relationships/tags" Target="../tags/tag31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0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image" Target="../media/image15.png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19.xml"/><Relationship Id="rId12" Type="http://schemas.openxmlformats.org/officeDocument/2006/relationships/theme" Target="../theme/theme18.xml"/><Relationship Id="rId11" Type="http://schemas.openxmlformats.org/officeDocument/2006/relationships/tags" Target="../tags/tag32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image" Target="../media/image15.png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34.xml"/><Relationship Id="rId12" Type="http://schemas.openxmlformats.org/officeDocument/2006/relationships/theme" Target="../theme/theme19.xml"/><Relationship Id="rId11" Type="http://schemas.openxmlformats.org/officeDocument/2006/relationships/tags" Target="../tags/tag33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2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image" Target="../media/image15.png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44.xml"/><Relationship Id="rId12" Type="http://schemas.openxmlformats.org/officeDocument/2006/relationships/theme" Target="../theme/theme20.xml"/><Relationship Id="rId11" Type="http://schemas.openxmlformats.org/officeDocument/2006/relationships/tags" Target="../tags/tag349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3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image" Target="../media/image15.png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59.xml"/><Relationship Id="rId12" Type="http://schemas.openxmlformats.org/officeDocument/2006/relationships/theme" Target="../theme/theme21.xml"/><Relationship Id="rId11" Type="http://schemas.openxmlformats.org/officeDocument/2006/relationships/tags" Target="../tags/tag36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4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tags" Target="../tags/tag373.xml"/><Relationship Id="rId8" Type="http://schemas.openxmlformats.org/officeDocument/2006/relationships/tags" Target="../tags/tag372.xml"/><Relationship Id="rId7" Type="http://schemas.openxmlformats.org/officeDocument/2006/relationships/image" Target="../media/image15.png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69.xml"/><Relationship Id="rId12" Type="http://schemas.openxmlformats.org/officeDocument/2006/relationships/theme" Target="../theme/theme22.xml"/><Relationship Id="rId11" Type="http://schemas.openxmlformats.org/officeDocument/2006/relationships/tags" Target="../tags/tag37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5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tags" Target="../tags/tag383.xml"/><Relationship Id="rId8" Type="http://schemas.openxmlformats.org/officeDocument/2006/relationships/tags" Target="../tags/tag382.xml"/><Relationship Id="rId7" Type="http://schemas.openxmlformats.org/officeDocument/2006/relationships/image" Target="../media/image15.png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79.xml"/><Relationship Id="rId12" Type="http://schemas.openxmlformats.org/officeDocument/2006/relationships/theme" Target="../theme/theme23.xml"/><Relationship Id="rId11" Type="http://schemas.openxmlformats.org/officeDocument/2006/relationships/tags" Target="../tags/tag38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tags" Target="../tags/tag393.xml"/><Relationship Id="rId8" Type="http://schemas.openxmlformats.org/officeDocument/2006/relationships/tags" Target="../tags/tag392.xml"/><Relationship Id="rId7" Type="http://schemas.openxmlformats.org/officeDocument/2006/relationships/image" Target="../media/image15.png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89.xml"/><Relationship Id="rId12" Type="http://schemas.openxmlformats.org/officeDocument/2006/relationships/theme" Target="../theme/theme24.xml"/><Relationship Id="rId11" Type="http://schemas.openxmlformats.org/officeDocument/2006/relationships/tags" Target="../tags/tag39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7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tags" Target="../tags/tag403.xml"/><Relationship Id="rId8" Type="http://schemas.openxmlformats.org/officeDocument/2006/relationships/tags" Target="../tags/tag402.xml"/><Relationship Id="rId7" Type="http://schemas.openxmlformats.org/officeDocument/2006/relationships/image" Target="../media/image15.png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399.xml"/><Relationship Id="rId12" Type="http://schemas.openxmlformats.org/officeDocument/2006/relationships/theme" Target="../theme/theme25.xml"/><Relationship Id="rId11" Type="http://schemas.openxmlformats.org/officeDocument/2006/relationships/tags" Target="../tags/tag404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tags" Target="../tags/tag412.xml"/><Relationship Id="rId8" Type="http://schemas.openxmlformats.org/officeDocument/2006/relationships/image" Target="../media/image15.png"/><Relationship Id="rId7" Type="http://schemas.openxmlformats.org/officeDocument/2006/relationships/tags" Target="../tags/tag411.xml"/><Relationship Id="rId6" Type="http://schemas.openxmlformats.org/officeDocument/2006/relationships/tags" Target="../tags/tag410.xml"/><Relationship Id="rId5" Type="http://schemas.openxmlformats.org/officeDocument/2006/relationships/image" Target="../media/image6.svg"/><Relationship Id="rId4" Type="http://schemas.openxmlformats.org/officeDocument/2006/relationships/image" Target="../media/image1.png"/><Relationship Id="rId3" Type="http://schemas.openxmlformats.org/officeDocument/2006/relationships/tags" Target="../tags/tag409.xml"/><Relationship Id="rId2" Type="http://schemas.openxmlformats.org/officeDocument/2006/relationships/slideLayout" Target="../slideLayouts/slideLayout50.xml"/><Relationship Id="rId13" Type="http://schemas.openxmlformats.org/officeDocument/2006/relationships/theme" Target="../theme/theme26.xml"/><Relationship Id="rId12" Type="http://schemas.openxmlformats.org/officeDocument/2006/relationships/tags" Target="../tags/tag414.xml"/><Relationship Id="rId11" Type="http://schemas.openxmlformats.org/officeDocument/2006/relationships/image" Target="../media/image16.png"/><Relationship Id="rId10" Type="http://schemas.openxmlformats.org/officeDocument/2006/relationships/tags" Target="../tags/tag413.xml"/><Relationship Id="rId1" Type="http://schemas.openxmlformats.org/officeDocument/2006/relationships/slideLayout" Target="../slideLayouts/slideLayout49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image" Target="../media/image15.png"/><Relationship Id="rId6" Type="http://schemas.openxmlformats.org/officeDocument/2006/relationships/tags" Target="../tags/tag425.xml"/><Relationship Id="rId5" Type="http://schemas.openxmlformats.org/officeDocument/2006/relationships/tags" Target="../tags/tag424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423.xml"/><Relationship Id="rId12" Type="http://schemas.openxmlformats.org/officeDocument/2006/relationships/theme" Target="../theme/theme27.xml"/><Relationship Id="rId11" Type="http://schemas.openxmlformats.org/officeDocument/2006/relationships/tags" Target="../tags/tag428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1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tags" Target="../tags/tag442.xml"/><Relationship Id="rId8" Type="http://schemas.openxmlformats.org/officeDocument/2006/relationships/tags" Target="../tags/tag441.xml"/><Relationship Id="rId7" Type="http://schemas.openxmlformats.org/officeDocument/2006/relationships/image" Target="../media/image15.png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438.xml"/><Relationship Id="rId12" Type="http://schemas.openxmlformats.org/officeDocument/2006/relationships/theme" Target="../theme/theme28.xml"/><Relationship Id="rId11" Type="http://schemas.openxmlformats.org/officeDocument/2006/relationships/tags" Target="../tags/tag443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2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tags" Target="../tags/tag452.xml"/><Relationship Id="rId8" Type="http://schemas.openxmlformats.org/officeDocument/2006/relationships/tags" Target="../tags/tag451.xml"/><Relationship Id="rId7" Type="http://schemas.openxmlformats.org/officeDocument/2006/relationships/image" Target="../media/image15.png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" Type="http://schemas.openxmlformats.org/officeDocument/2006/relationships/image" Target="../media/image6.svg"/><Relationship Id="rId3" Type="http://schemas.openxmlformats.org/officeDocument/2006/relationships/image" Target="../media/image1.png"/><Relationship Id="rId2" Type="http://schemas.openxmlformats.org/officeDocument/2006/relationships/tags" Target="../tags/tag448.xml"/><Relationship Id="rId12" Type="http://schemas.openxmlformats.org/officeDocument/2006/relationships/theme" Target="../theme/theme29.xml"/><Relationship Id="rId11" Type="http://schemas.openxmlformats.org/officeDocument/2006/relationships/tags" Target="../tags/tag453.xml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@svg_backgroun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181026"/>
            <a:ext cx="9925148" cy="167654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710580"/>
            <a:ext cx="1158340" cy="3066554"/>
          </a:xfrm>
          <a:prstGeom prst="rect">
            <a:avLst/>
          </a:prstGeom>
        </p:spPr>
      </p:pic>
      <p:sp>
        <p:nvSpPr>
          <p:cNvPr id="5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6">
              <a:lumMod val="20000"/>
              <a:lumOff val="80000"/>
              <a:alpha val="53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accent6">
              <a:lumMod val="40000"/>
              <a:lumOff val="60000"/>
            </a:schemeClr>
          </a:solidFill>
          <a:latin typeface="+mj-ea"/>
          <a:ea typeface="+mj-ea"/>
          <a:cs typeface="汉仪楷体简" panose="02010600000101010101" charset="-128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汉仪楷体简" panose="02010600000101010101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tags" Target="../tags/tag45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tags" Target="../tags/tag464.xml"/><Relationship Id="rId7" Type="http://schemas.openxmlformats.org/officeDocument/2006/relationships/tags" Target="../tags/tag463.x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4" Type="http://schemas.openxmlformats.org/officeDocument/2006/relationships/tags" Target="../tags/tag460.xml"/><Relationship Id="rId3" Type="http://schemas.openxmlformats.org/officeDocument/2006/relationships/tags" Target="../tags/tag459.xml"/><Relationship Id="rId21" Type="http://schemas.openxmlformats.org/officeDocument/2006/relationships/slideLayout" Target="../slideLayouts/slideLayout14.xml"/><Relationship Id="rId20" Type="http://schemas.openxmlformats.org/officeDocument/2006/relationships/tags" Target="../tags/tag476.xml"/><Relationship Id="rId2" Type="http://schemas.openxmlformats.org/officeDocument/2006/relationships/tags" Target="../tags/tag458.xml"/><Relationship Id="rId19" Type="http://schemas.openxmlformats.org/officeDocument/2006/relationships/tags" Target="../tags/tag475.xml"/><Relationship Id="rId18" Type="http://schemas.openxmlformats.org/officeDocument/2006/relationships/tags" Target="../tags/tag474.xml"/><Relationship Id="rId17" Type="http://schemas.openxmlformats.org/officeDocument/2006/relationships/tags" Target="../tags/tag473.xml"/><Relationship Id="rId16" Type="http://schemas.openxmlformats.org/officeDocument/2006/relationships/tags" Target="../tags/tag472.xml"/><Relationship Id="rId15" Type="http://schemas.openxmlformats.org/officeDocument/2006/relationships/tags" Target="../tags/tag471.xml"/><Relationship Id="rId14" Type="http://schemas.openxmlformats.org/officeDocument/2006/relationships/tags" Target="../tags/tag470.xml"/><Relationship Id="rId13" Type="http://schemas.openxmlformats.org/officeDocument/2006/relationships/tags" Target="../tags/tag469.xml"/><Relationship Id="rId12" Type="http://schemas.openxmlformats.org/officeDocument/2006/relationships/tags" Target="../tags/tag468.xml"/><Relationship Id="rId11" Type="http://schemas.openxmlformats.org/officeDocument/2006/relationships/tags" Target="../tags/tag467.xml"/><Relationship Id="rId10" Type="http://schemas.openxmlformats.org/officeDocument/2006/relationships/tags" Target="../tags/tag466.xml"/><Relationship Id="rId1" Type="http://schemas.openxmlformats.org/officeDocument/2006/relationships/tags" Target="../tags/tag45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480.xml"/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" Type="http://schemas.openxmlformats.org/officeDocument/2006/relationships/tags" Target="../tags/tag47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48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7" Type="http://schemas.openxmlformats.org/officeDocument/2006/relationships/tags" Target="../tags/tag487.xml"/><Relationship Id="rId6" Type="http://schemas.openxmlformats.org/officeDocument/2006/relationships/tags" Target="../tags/tag486.xml"/><Relationship Id="rId5" Type="http://schemas.openxmlformats.org/officeDocument/2006/relationships/tags" Target="../tags/tag485.xml"/><Relationship Id="rId4" Type="http://schemas.openxmlformats.org/officeDocument/2006/relationships/tags" Target="../tags/tag484.xml"/><Relationship Id="rId3" Type="http://schemas.openxmlformats.org/officeDocument/2006/relationships/tags" Target="../tags/tag483.xml"/><Relationship Id="rId2" Type="http://schemas.openxmlformats.org/officeDocument/2006/relationships/image" Target="../media/image17.jpeg"/><Relationship Id="rId1" Type="http://schemas.openxmlformats.org/officeDocument/2006/relationships/tags" Target="../tags/tag48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48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7.xml"/><Relationship Id="rId8" Type="http://schemas.openxmlformats.org/officeDocument/2006/relationships/tags" Target="../tags/tag496.xml"/><Relationship Id="rId7" Type="http://schemas.openxmlformats.org/officeDocument/2006/relationships/tags" Target="../tags/tag495.xml"/><Relationship Id="rId6" Type="http://schemas.openxmlformats.org/officeDocument/2006/relationships/tags" Target="../tags/tag494.xml"/><Relationship Id="rId5" Type="http://schemas.openxmlformats.org/officeDocument/2006/relationships/tags" Target="../tags/tag493.xml"/><Relationship Id="rId4" Type="http://schemas.openxmlformats.org/officeDocument/2006/relationships/tags" Target="../tags/tag492.xml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4" Type="http://schemas.openxmlformats.org/officeDocument/2006/relationships/slideLayout" Target="../slideLayouts/slideLayout27.xml"/><Relationship Id="rId13" Type="http://schemas.openxmlformats.org/officeDocument/2006/relationships/tags" Target="../tags/tag501.xml"/><Relationship Id="rId12" Type="http://schemas.openxmlformats.org/officeDocument/2006/relationships/tags" Target="../tags/tag500.xml"/><Relationship Id="rId11" Type="http://schemas.openxmlformats.org/officeDocument/2006/relationships/tags" Target="../tags/tag499.xml"/><Relationship Id="rId10" Type="http://schemas.openxmlformats.org/officeDocument/2006/relationships/tags" Target="../tags/tag498.xml"/><Relationship Id="rId1" Type="http://schemas.openxmlformats.org/officeDocument/2006/relationships/tags" Target="../tags/tag48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8.xml"/><Relationship Id="rId4" Type="http://schemas.openxmlformats.org/officeDocument/2006/relationships/tags" Target="../tags/tag505.xml"/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" Type="http://schemas.openxmlformats.org/officeDocument/2006/relationships/tags" Target="../tags/tag50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09.xml"/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tags" Target="../tags/tag50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9.xml"/><Relationship Id="rId6" Type="http://schemas.openxmlformats.org/officeDocument/2006/relationships/tags" Target="../tags/tag515.xml"/><Relationship Id="rId5" Type="http://schemas.openxmlformats.org/officeDocument/2006/relationships/tags" Target="../tags/tag514.xml"/><Relationship Id="rId4" Type="http://schemas.openxmlformats.org/officeDocument/2006/relationships/tags" Target="../tags/tag513.xml"/><Relationship Id="rId3" Type="http://schemas.openxmlformats.org/officeDocument/2006/relationships/tags" Target="../tags/tag512.xml"/><Relationship Id="rId2" Type="http://schemas.openxmlformats.org/officeDocument/2006/relationships/tags" Target="../tags/tag511.xml"/><Relationship Id="rId1" Type="http://schemas.openxmlformats.org/officeDocument/2006/relationships/tags" Target="../tags/tag5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21.xml"/><Relationship Id="rId8" Type="http://schemas.openxmlformats.org/officeDocument/2006/relationships/image" Target="../media/image20.png"/><Relationship Id="rId7" Type="http://schemas.openxmlformats.org/officeDocument/2006/relationships/tags" Target="../tags/tag520.xml"/><Relationship Id="rId6" Type="http://schemas.openxmlformats.org/officeDocument/2006/relationships/image" Target="../media/image19.png"/><Relationship Id="rId5" Type="http://schemas.openxmlformats.org/officeDocument/2006/relationships/tags" Target="../tags/tag519.xml"/><Relationship Id="rId4" Type="http://schemas.openxmlformats.org/officeDocument/2006/relationships/image" Target="../media/image18.png"/><Relationship Id="rId3" Type="http://schemas.openxmlformats.org/officeDocument/2006/relationships/tags" Target="../tags/tag518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30.xml"/><Relationship Id="rId22" Type="http://schemas.openxmlformats.org/officeDocument/2006/relationships/tags" Target="../tags/tag532.xml"/><Relationship Id="rId21" Type="http://schemas.openxmlformats.org/officeDocument/2006/relationships/tags" Target="../tags/tag531.xml"/><Relationship Id="rId20" Type="http://schemas.openxmlformats.org/officeDocument/2006/relationships/tags" Target="../tags/tag530.xml"/><Relationship Id="rId2" Type="http://schemas.openxmlformats.org/officeDocument/2006/relationships/tags" Target="../tags/tag517.xml"/><Relationship Id="rId19" Type="http://schemas.openxmlformats.org/officeDocument/2006/relationships/tags" Target="../tags/tag529.xml"/><Relationship Id="rId18" Type="http://schemas.openxmlformats.org/officeDocument/2006/relationships/tags" Target="../tags/tag528.xml"/><Relationship Id="rId17" Type="http://schemas.openxmlformats.org/officeDocument/2006/relationships/tags" Target="../tags/tag527.xml"/><Relationship Id="rId16" Type="http://schemas.openxmlformats.org/officeDocument/2006/relationships/tags" Target="../tags/tag526.xml"/><Relationship Id="rId15" Type="http://schemas.openxmlformats.org/officeDocument/2006/relationships/tags" Target="../tags/tag525.xml"/><Relationship Id="rId14" Type="http://schemas.openxmlformats.org/officeDocument/2006/relationships/tags" Target="../tags/tag524.xml"/><Relationship Id="rId13" Type="http://schemas.openxmlformats.org/officeDocument/2006/relationships/tags" Target="../tags/tag523.xml"/><Relationship Id="rId12" Type="http://schemas.openxmlformats.org/officeDocument/2006/relationships/image" Target="../media/image22.png"/><Relationship Id="rId11" Type="http://schemas.openxmlformats.org/officeDocument/2006/relationships/tags" Target="../tags/tag522.xml"/><Relationship Id="rId10" Type="http://schemas.openxmlformats.org/officeDocument/2006/relationships/image" Target="../media/image21.png"/><Relationship Id="rId1" Type="http://schemas.openxmlformats.org/officeDocument/2006/relationships/tags" Target="../tags/tag51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38.xml"/><Relationship Id="rId8" Type="http://schemas.openxmlformats.org/officeDocument/2006/relationships/image" Target="../media/image20.png"/><Relationship Id="rId7" Type="http://schemas.openxmlformats.org/officeDocument/2006/relationships/tags" Target="../tags/tag537.xml"/><Relationship Id="rId6" Type="http://schemas.openxmlformats.org/officeDocument/2006/relationships/image" Target="../media/image19.png"/><Relationship Id="rId5" Type="http://schemas.openxmlformats.org/officeDocument/2006/relationships/tags" Target="../tags/tag536.xml"/><Relationship Id="rId4" Type="http://schemas.openxmlformats.org/officeDocument/2006/relationships/image" Target="../media/image18.png"/><Relationship Id="rId3" Type="http://schemas.openxmlformats.org/officeDocument/2006/relationships/tags" Target="../tags/tag535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53.xml"/><Relationship Id="rId20" Type="http://schemas.openxmlformats.org/officeDocument/2006/relationships/tags" Target="../tags/tag547.xml"/><Relationship Id="rId2" Type="http://schemas.openxmlformats.org/officeDocument/2006/relationships/tags" Target="../tags/tag534.xml"/><Relationship Id="rId19" Type="http://schemas.openxmlformats.org/officeDocument/2006/relationships/tags" Target="../tags/tag546.xml"/><Relationship Id="rId18" Type="http://schemas.openxmlformats.org/officeDocument/2006/relationships/tags" Target="../tags/tag545.xml"/><Relationship Id="rId17" Type="http://schemas.openxmlformats.org/officeDocument/2006/relationships/tags" Target="../tags/tag544.xml"/><Relationship Id="rId16" Type="http://schemas.openxmlformats.org/officeDocument/2006/relationships/tags" Target="../tags/tag543.xml"/><Relationship Id="rId15" Type="http://schemas.openxmlformats.org/officeDocument/2006/relationships/tags" Target="../tags/tag542.xml"/><Relationship Id="rId14" Type="http://schemas.openxmlformats.org/officeDocument/2006/relationships/tags" Target="../tags/tag541.xml"/><Relationship Id="rId13" Type="http://schemas.openxmlformats.org/officeDocument/2006/relationships/tags" Target="../tags/tag540.xml"/><Relationship Id="rId12" Type="http://schemas.openxmlformats.org/officeDocument/2006/relationships/image" Target="../media/image22.png"/><Relationship Id="rId11" Type="http://schemas.openxmlformats.org/officeDocument/2006/relationships/tags" Target="../tags/tag539.xml"/><Relationship Id="rId10" Type="http://schemas.openxmlformats.org/officeDocument/2006/relationships/image" Target="../media/image21.png"/><Relationship Id="rId1" Type="http://schemas.openxmlformats.org/officeDocument/2006/relationships/tags" Target="../tags/tag53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55.xml"/><Relationship Id="rId8" Type="http://schemas.openxmlformats.org/officeDocument/2006/relationships/tags" Target="../tags/tag554.xml"/><Relationship Id="rId7" Type="http://schemas.openxmlformats.org/officeDocument/2006/relationships/tags" Target="../tags/tag553.xml"/><Relationship Id="rId6" Type="http://schemas.openxmlformats.org/officeDocument/2006/relationships/tags" Target="../tags/tag552.xml"/><Relationship Id="rId5" Type="http://schemas.openxmlformats.org/officeDocument/2006/relationships/tags" Target="../tags/tag551.xml"/><Relationship Id="rId4" Type="http://schemas.openxmlformats.org/officeDocument/2006/relationships/tags" Target="../tags/tag550.xml"/><Relationship Id="rId3" Type="http://schemas.openxmlformats.org/officeDocument/2006/relationships/tags" Target="../tags/tag549.xml"/><Relationship Id="rId2" Type="http://schemas.openxmlformats.org/officeDocument/2006/relationships/image" Target="../media/image23.jpe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1.xml"/><Relationship Id="rId1" Type="http://schemas.openxmlformats.org/officeDocument/2006/relationships/tags" Target="../tags/tag54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tags" Target="../tags/tag559.xml"/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" Type="http://schemas.openxmlformats.org/officeDocument/2006/relationships/tags" Target="../tags/tag55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tags" Target="../tags/tag56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tags" Target="../tags/tag578.xml"/><Relationship Id="rId7" Type="http://schemas.openxmlformats.org/officeDocument/2006/relationships/tags" Target="../tags/tag577.xml"/><Relationship Id="rId6" Type="http://schemas.openxmlformats.org/officeDocument/2006/relationships/tags" Target="../tags/tag576.xml"/><Relationship Id="rId5" Type="http://schemas.openxmlformats.org/officeDocument/2006/relationships/tags" Target="../tags/tag575.xml"/><Relationship Id="rId4" Type="http://schemas.openxmlformats.org/officeDocument/2006/relationships/tags" Target="../tags/tag574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" Type="http://schemas.openxmlformats.org/officeDocument/2006/relationships/tags" Target="../tags/tag57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87.xml"/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tags" Target="../tags/tag582.xml"/><Relationship Id="rId3" Type="http://schemas.openxmlformats.org/officeDocument/2006/relationships/tags" Target="../tags/tag581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580.xml"/><Relationship Id="rId19" Type="http://schemas.openxmlformats.org/officeDocument/2006/relationships/slideLayout" Target="../slideLayouts/slideLayout35.xml"/><Relationship Id="rId18" Type="http://schemas.openxmlformats.org/officeDocument/2006/relationships/tags" Target="../tags/tag596.xml"/><Relationship Id="rId17" Type="http://schemas.openxmlformats.org/officeDocument/2006/relationships/tags" Target="../tags/tag595.xml"/><Relationship Id="rId16" Type="http://schemas.openxmlformats.org/officeDocument/2006/relationships/tags" Target="../tags/tag594.xml"/><Relationship Id="rId15" Type="http://schemas.openxmlformats.org/officeDocument/2006/relationships/tags" Target="../tags/tag593.xml"/><Relationship Id="rId14" Type="http://schemas.openxmlformats.org/officeDocument/2006/relationships/tags" Target="../tags/tag592.xml"/><Relationship Id="rId13" Type="http://schemas.openxmlformats.org/officeDocument/2006/relationships/tags" Target="../tags/tag591.xml"/><Relationship Id="rId12" Type="http://schemas.openxmlformats.org/officeDocument/2006/relationships/tags" Target="../tags/tag590.xml"/><Relationship Id="rId11" Type="http://schemas.openxmlformats.org/officeDocument/2006/relationships/tags" Target="../tags/tag589.xml"/><Relationship Id="rId10" Type="http://schemas.openxmlformats.org/officeDocument/2006/relationships/tags" Target="../tags/tag588.xml"/><Relationship Id="rId1" Type="http://schemas.openxmlformats.org/officeDocument/2006/relationships/tags" Target="../tags/tag57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05.xml"/><Relationship Id="rId8" Type="http://schemas.openxmlformats.org/officeDocument/2006/relationships/tags" Target="../tags/tag604.xml"/><Relationship Id="rId7" Type="http://schemas.openxmlformats.org/officeDocument/2006/relationships/tags" Target="../tags/tag603.xml"/><Relationship Id="rId6" Type="http://schemas.openxmlformats.org/officeDocument/2006/relationships/tags" Target="../tags/tag602.xml"/><Relationship Id="rId5" Type="http://schemas.openxmlformats.org/officeDocument/2006/relationships/tags" Target="../tags/tag601.xml"/><Relationship Id="rId4" Type="http://schemas.openxmlformats.org/officeDocument/2006/relationships/tags" Target="../tags/tag600.xml"/><Relationship Id="rId3" Type="http://schemas.openxmlformats.org/officeDocument/2006/relationships/tags" Target="../tags/tag599.xml"/><Relationship Id="rId2" Type="http://schemas.openxmlformats.org/officeDocument/2006/relationships/tags" Target="../tags/tag598.xml"/><Relationship Id="rId19" Type="http://schemas.openxmlformats.org/officeDocument/2006/relationships/slideLayout" Target="../slideLayouts/slideLayout36.xml"/><Relationship Id="rId18" Type="http://schemas.openxmlformats.org/officeDocument/2006/relationships/tags" Target="../tags/tag614.xml"/><Relationship Id="rId17" Type="http://schemas.openxmlformats.org/officeDocument/2006/relationships/tags" Target="../tags/tag613.xml"/><Relationship Id="rId16" Type="http://schemas.openxmlformats.org/officeDocument/2006/relationships/tags" Target="../tags/tag612.xml"/><Relationship Id="rId15" Type="http://schemas.openxmlformats.org/officeDocument/2006/relationships/tags" Target="../tags/tag611.xml"/><Relationship Id="rId14" Type="http://schemas.openxmlformats.org/officeDocument/2006/relationships/tags" Target="../tags/tag610.xml"/><Relationship Id="rId13" Type="http://schemas.openxmlformats.org/officeDocument/2006/relationships/tags" Target="../tags/tag609.xml"/><Relationship Id="rId12" Type="http://schemas.openxmlformats.org/officeDocument/2006/relationships/tags" Target="../tags/tag608.xml"/><Relationship Id="rId11" Type="http://schemas.openxmlformats.org/officeDocument/2006/relationships/tags" Target="../tags/tag607.xml"/><Relationship Id="rId10" Type="http://schemas.openxmlformats.org/officeDocument/2006/relationships/tags" Target="../tags/tag606.xml"/><Relationship Id="rId1" Type="http://schemas.openxmlformats.org/officeDocument/2006/relationships/tags" Target="../tags/tag59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7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" Type="http://schemas.openxmlformats.org/officeDocument/2006/relationships/tags" Target="../tags/tag61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27.xml"/><Relationship Id="rId8" Type="http://schemas.openxmlformats.org/officeDocument/2006/relationships/tags" Target="../tags/tag626.xml"/><Relationship Id="rId7" Type="http://schemas.openxmlformats.org/officeDocument/2006/relationships/tags" Target="../tags/tag625.xml"/><Relationship Id="rId6" Type="http://schemas.openxmlformats.org/officeDocument/2006/relationships/tags" Target="../tags/tag624.xml"/><Relationship Id="rId5" Type="http://schemas.openxmlformats.org/officeDocument/2006/relationships/tags" Target="../tags/tag623.xml"/><Relationship Id="rId4" Type="http://schemas.openxmlformats.org/officeDocument/2006/relationships/tags" Target="../tags/tag622.xml"/><Relationship Id="rId3" Type="http://schemas.openxmlformats.org/officeDocument/2006/relationships/tags" Target="../tags/tag621.xml"/><Relationship Id="rId2" Type="http://schemas.openxmlformats.org/officeDocument/2006/relationships/tags" Target="../tags/tag620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630.xml"/><Relationship Id="rId11" Type="http://schemas.openxmlformats.org/officeDocument/2006/relationships/tags" Target="../tags/tag629.xml"/><Relationship Id="rId10" Type="http://schemas.openxmlformats.org/officeDocument/2006/relationships/tags" Target="../tags/tag628.xml"/><Relationship Id="rId1" Type="http://schemas.openxmlformats.org/officeDocument/2006/relationships/tags" Target="../tags/tag61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39.xml"/><Relationship Id="rId8" Type="http://schemas.openxmlformats.org/officeDocument/2006/relationships/tags" Target="../tags/tag638.xml"/><Relationship Id="rId7" Type="http://schemas.openxmlformats.org/officeDocument/2006/relationships/tags" Target="../tags/tag637.xml"/><Relationship Id="rId6" Type="http://schemas.openxmlformats.org/officeDocument/2006/relationships/tags" Target="../tags/tag636.xml"/><Relationship Id="rId5" Type="http://schemas.openxmlformats.org/officeDocument/2006/relationships/tags" Target="../tags/tag635.xml"/><Relationship Id="rId4" Type="http://schemas.openxmlformats.org/officeDocument/2006/relationships/tags" Target="../tags/tag634.xml"/><Relationship Id="rId3" Type="http://schemas.openxmlformats.org/officeDocument/2006/relationships/tags" Target="../tags/tag633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38.xml"/><Relationship Id="rId20" Type="http://schemas.openxmlformats.org/officeDocument/2006/relationships/tags" Target="../tags/tag650.xml"/><Relationship Id="rId2" Type="http://schemas.openxmlformats.org/officeDocument/2006/relationships/tags" Target="../tags/tag632.xml"/><Relationship Id="rId19" Type="http://schemas.openxmlformats.org/officeDocument/2006/relationships/tags" Target="../tags/tag649.xml"/><Relationship Id="rId18" Type="http://schemas.openxmlformats.org/officeDocument/2006/relationships/tags" Target="../tags/tag648.xml"/><Relationship Id="rId17" Type="http://schemas.openxmlformats.org/officeDocument/2006/relationships/tags" Target="../tags/tag647.xml"/><Relationship Id="rId16" Type="http://schemas.openxmlformats.org/officeDocument/2006/relationships/tags" Target="../tags/tag646.xml"/><Relationship Id="rId15" Type="http://schemas.openxmlformats.org/officeDocument/2006/relationships/tags" Target="../tags/tag645.xml"/><Relationship Id="rId14" Type="http://schemas.openxmlformats.org/officeDocument/2006/relationships/tags" Target="../tags/tag644.xml"/><Relationship Id="rId13" Type="http://schemas.openxmlformats.org/officeDocument/2006/relationships/tags" Target="../tags/tag643.xml"/><Relationship Id="rId12" Type="http://schemas.openxmlformats.org/officeDocument/2006/relationships/tags" Target="../tags/tag642.xml"/><Relationship Id="rId11" Type="http://schemas.openxmlformats.org/officeDocument/2006/relationships/tags" Target="../tags/tag641.xml"/><Relationship Id="rId10" Type="http://schemas.openxmlformats.org/officeDocument/2006/relationships/tags" Target="../tags/tag640.xml"/><Relationship Id="rId1" Type="http://schemas.openxmlformats.org/officeDocument/2006/relationships/tags" Target="../tags/tag63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659.xml"/><Relationship Id="rId8" Type="http://schemas.openxmlformats.org/officeDocument/2006/relationships/tags" Target="../tags/tag658.xml"/><Relationship Id="rId7" Type="http://schemas.openxmlformats.org/officeDocument/2006/relationships/tags" Target="../tags/tag657.xml"/><Relationship Id="rId6" Type="http://schemas.openxmlformats.org/officeDocument/2006/relationships/tags" Target="../tags/tag656.xml"/><Relationship Id="rId5" Type="http://schemas.openxmlformats.org/officeDocument/2006/relationships/tags" Target="../tags/tag655.xml"/><Relationship Id="rId4" Type="http://schemas.openxmlformats.org/officeDocument/2006/relationships/tags" Target="../tags/tag654.xml"/><Relationship Id="rId3" Type="http://schemas.openxmlformats.org/officeDocument/2006/relationships/tags" Target="../tags/tag653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39.xml"/><Relationship Id="rId2" Type="http://schemas.openxmlformats.org/officeDocument/2006/relationships/tags" Target="../tags/tag652.xml"/><Relationship Id="rId19" Type="http://schemas.openxmlformats.org/officeDocument/2006/relationships/tags" Target="../tags/tag665.xml"/><Relationship Id="rId18" Type="http://schemas.openxmlformats.org/officeDocument/2006/relationships/image" Target="../media/image8.svg"/><Relationship Id="rId17" Type="http://schemas.openxmlformats.org/officeDocument/2006/relationships/image" Target="../media/image25.png"/><Relationship Id="rId16" Type="http://schemas.openxmlformats.org/officeDocument/2006/relationships/tags" Target="../tags/tag664.xml"/><Relationship Id="rId15" Type="http://schemas.openxmlformats.org/officeDocument/2006/relationships/image" Target="../media/image7.svg"/><Relationship Id="rId14" Type="http://schemas.openxmlformats.org/officeDocument/2006/relationships/image" Target="../media/image24.png"/><Relationship Id="rId13" Type="http://schemas.openxmlformats.org/officeDocument/2006/relationships/tags" Target="../tags/tag663.xml"/><Relationship Id="rId12" Type="http://schemas.openxmlformats.org/officeDocument/2006/relationships/tags" Target="../tags/tag662.xml"/><Relationship Id="rId11" Type="http://schemas.openxmlformats.org/officeDocument/2006/relationships/tags" Target="../tags/tag661.xml"/><Relationship Id="rId10" Type="http://schemas.openxmlformats.org/officeDocument/2006/relationships/tags" Target="../tags/tag660.xml"/><Relationship Id="rId1" Type="http://schemas.openxmlformats.org/officeDocument/2006/relationships/tags" Target="../tags/tag65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72.xml"/><Relationship Id="rId8" Type="http://schemas.openxmlformats.org/officeDocument/2006/relationships/tags" Target="../tags/tag671.xml"/><Relationship Id="rId7" Type="http://schemas.openxmlformats.org/officeDocument/2006/relationships/image" Target="../media/image27.jpeg"/><Relationship Id="rId6" Type="http://schemas.openxmlformats.org/officeDocument/2006/relationships/tags" Target="../tags/tag670.xml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image" Target="../media/image26.jpeg"/><Relationship Id="rId2" Type="http://schemas.openxmlformats.org/officeDocument/2006/relationships/tags" Target="../tags/tag667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40.xml"/><Relationship Id="rId10" Type="http://schemas.openxmlformats.org/officeDocument/2006/relationships/tags" Target="../tags/tag673.xml"/><Relationship Id="rId1" Type="http://schemas.openxmlformats.org/officeDocument/2006/relationships/tags" Target="../tags/tag66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jpeg"/><Relationship Id="rId8" Type="http://schemas.openxmlformats.org/officeDocument/2006/relationships/tags" Target="../tags/tag680.xml"/><Relationship Id="rId7" Type="http://schemas.openxmlformats.org/officeDocument/2006/relationships/image" Target="../media/image28.jpeg"/><Relationship Id="rId6" Type="http://schemas.openxmlformats.org/officeDocument/2006/relationships/tags" Target="../tags/tag679.xml"/><Relationship Id="rId5" Type="http://schemas.openxmlformats.org/officeDocument/2006/relationships/tags" Target="../tags/tag678.xml"/><Relationship Id="rId4" Type="http://schemas.openxmlformats.org/officeDocument/2006/relationships/tags" Target="../tags/tag677.xml"/><Relationship Id="rId3" Type="http://schemas.openxmlformats.org/officeDocument/2006/relationships/tags" Target="../tags/tag676.xml"/><Relationship Id="rId2" Type="http://schemas.openxmlformats.org/officeDocument/2006/relationships/tags" Target="../tags/tag675.xml"/><Relationship Id="rId13" Type="http://schemas.openxmlformats.org/officeDocument/2006/relationships/slideLayout" Target="../slideLayouts/slideLayout41.xml"/><Relationship Id="rId12" Type="http://schemas.openxmlformats.org/officeDocument/2006/relationships/tags" Target="../tags/tag683.xml"/><Relationship Id="rId11" Type="http://schemas.openxmlformats.org/officeDocument/2006/relationships/tags" Target="../tags/tag682.xml"/><Relationship Id="rId10" Type="http://schemas.openxmlformats.org/officeDocument/2006/relationships/tags" Target="../tags/tag681.xml"/><Relationship Id="rId1" Type="http://schemas.openxmlformats.org/officeDocument/2006/relationships/tags" Target="../tags/tag67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2.xml"/><Relationship Id="rId4" Type="http://schemas.openxmlformats.org/officeDocument/2006/relationships/tags" Target="../tags/tag687.xml"/><Relationship Id="rId3" Type="http://schemas.openxmlformats.org/officeDocument/2006/relationships/tags" Target="../tags/tag686.xml"/><Relationship Id="rId2" Type="http://schemas.openxmlformats.org/officeDocument/2006/relationships/tags" Target="../tags/tag685.xml"/><Relationship Id="rId1" Type="http://schemas.openxmlformats.org/officeDocument/2006/relationships/tags" Target="../tags/tag68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95.xml"/><Relationship Id="rId8" Type="http://schemas.openxmlformats.org/officeDocument/2006/relationships/tags" Target="../tags/tag694.xml"/><Relationship Id="rId7" Type="http://schemas.openxmlformats.org/officeDocument/2006/relationships/tags" Target="../tags/tag693.xml"/><Relationship Id="rId6" Type="http://schemas.openxmlformats.org/officeDocument/2006/relationships/tags" Target="../tags/tag692.xml"/><Relationship Id="rId5" Type="http://schemas.openxmlformats.org/officeDocument/2006/relationships/tags" Target="../tags/tag691.xml"/><Relationship Id="rId4" Type="http://schemas.openxmlformats.org/officeDocument/2006/relationships/tags" Target="../tags/tag690.xml"/><Relationship Id="rId3" Type="http://schemas.openxmlformats.org/officeDocument/2006/relationships/tags" Target="../tags/tag689.xml"/><Relationship Id="rId2" Type="http://schemas.openxmlformats.org/officeDocument/2006/relationships/image" Target="../media/image30.jpe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696.xml"/><Relationship Id="rId1" Type="http://schemas.openxmlformats.org/officeDocument/2006/relationships/tags" Target="../tags/tag68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703.xml"/><Relationship Id="rId8" Type="http://schemas.openxmlformats.org/officeDocument/2006/relationships/image" Target="../media/image32.jpeg"/><Relationship Id="rId7" Type="http://schemas.openxmlformats.org/officeDocument/2006/relationships/tags" Target="../tags/tag702.xml"/><Relationship Id="rId6" Type="http://schemas.openxmlformats.org/officeDocument/2006/relationships/image" Target="../media/image31.jpeg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8" Type="http://schemas.openxmlformats.org/officeDocument/2006/relationships/slideLayout" Target="../slideLayouts/slideLayout43.xml"/><Relationship Id="rId17" Type="http://schemas.openxmlformats.org/officeDocument/2006/relationships/tags" Target="../tags/tag710.xml"/><Relationship Id="rId16" Type="http://schemas.openxmlformats.org/officeDocument/2006/relationships/tags" Target="../tags/tag709.xml"/><Relationship Id="rId15" Type="http://schemas.openxmlformats.org/officeDocument/2006/relationships/tags" Target="../tags/tag708.xml"/><Relationship Id="rId14" Type="http://schemas.openxmlformats.org/officeDocument/2006/relationships/tags" Target="../tags/tag707.xml"/><Relationship Id="rId13" Type="http://schemas.openxmlformats.org/officeDocument/2006/relationships/tags" Target="../tags/tag706.xml"/><Relationship Id="rId12" Type="http://schemas.openxmlformats.org/officeDocument/2006/relationships/tags" Target="../tags/tag705.xml"/><Relationship Id="rId11" Type="http://schemas.openxmlformats.org/officeDocument/2006/relationships/tags" Target="../tags/tag704.xml"/><Relationship Id="rId10" Type="http://schemas.openxmlformats.org/officeDocument/2006/relationships/image" Target="../media/image33.jpeg"/><Relationship Id="rId1" Type="http://schemas.openxmlformats.org/officeDocument/2006/relationships/tags" Target="../tags/tag69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4.xml"/><Relationship Id="rId4" Type="http://schemas.openxmlformats.org/officeDocument/2006/relationships/tags" Target="../tags/tag714.xml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" Type="http://schemas.openxmlformats.org/officeDocument/2006/relationships/tags" Target="../tags/tag7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" Type="http://schemas.openxmlformats.org/officeDocument/2006/relationships/image" Target="../media/image34.jpeg"/><Relationship Id="rId1" Type="http://schemas.openxmlformats.org/officeDocument/2006/relationships/tags" Target="../tags/tag71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726.xml"/><Relationship Id="rId7" Type="http://schemas.openxmlformats.org/officeDocument/2006/relationships/image" Target="../media/image35.jpeg"/><Relationship Id="rId6" Type="http://schemas.openxmlformats.org/officeDocument/2006/relationships/tags" Target="../tags/tag725.xml"/><Relationship Id="rId5" Type="http://schemas.openxmlformats.org/officeDocument/2006/relationships/tags" Target="../tags/tag724.xml"/><Relationship Id="rId4" Type="http://schemas.openxmlformats.org/officeDocument/2006/relationships/tags" Target="../tags/tag723.xml"/><Relationship Id="rId3" Type="http://schemas.openxmlformats.org/officeDocument/2006/relationships/tags" Target="../tags/tag722.xml"/><Relationship Id="rId2" Type="http://schemas.openxmlformats.org/officeDocument/2006/relationships/tags" Target="../tags/tag721.xml"/><Relationship Id="rId11" Type="http://schemas.openxmlformats.org/officeDocument/2006/relationships/slideLayout" Target="../slideLayouts/slideLayout45.xml"/><Relationship Id="rId10" Type="http://schemas.openxmlformats.org/officeDocument/2006/relationships/tags" Target="../tags/tag727.xml"/><Relationship Id="rId1" Type="http://schemas.openxmlformats.org/officeDocument/2006/relationships/tags" Target="../tags/tag72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46.xml"/><Relationship Id="rId7" Type="http://schemas.openxmlformats.org/officeDocument/2006/relationships/tags" Target="../tags/tag733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image" Target="../media/image37.png"/><Relationship Id="rId2" Type="http://schemas.openxmlformats.org/officeDocument/2006/relationships/tags" Target="../tags/tag729.xml"/><Relationship Id="rId1" Type="http://schemas.openxmlformats.org/officeDocument/2006/relationships/tags" Target="../tags/tag72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740.xml"/><Relationship Id="rId8" Type="http://schemas.openxmlformats.org/officeDocument/2006/relationships/tags" Target="../tags/tag739.xml"/><Relationship Id="rId7" Type="http://schemas.openxmlformats.org/officeDocument/2006/relationships/image" Target="../media/image39.jpeg"/><Relationship Id="rId6" Type="http://schemas.openxmlformats.org/officeDocument/2006/relationships/tags" Target="../tags/tag738.xml"/><Relationship Id="rId5" Type="http://schemas.openxmlformats.org/officeDocument/2006/relationships/tags" Target="../tags/tag737.xml"/><Relationship Id="rId4" Type="http://schemas.openxmlformats.org/officeDocument/2006/relationships/tags" Target="../tags/tag736.xml"/><Relationship Id="rId3" Type="http://schemas.openxmlformats.org/officeDocument/2006/relationships/image" Target="../media/image38.jpeg"/><Relationship Id="rId20" Type="http://schemas.openxmlformats.org/officeDocument/2006/relationships/notesSlide" Target="../notesSlides/notesSlide15.xml"/><Relationship Id="rId2" Type="http://schemas.openxmlformats.org/officeDocument/2006/relationships/tags" Target="../tags/tag735.xml"/><Relationship Id="rId19" Type="http://schemas.openxmlformats.org/officeDocument/2006/relationships/slideLayout" Target="../slideLayouts/slideLayout47.xml"/><Relationship Id="rId18" Type="http://schemas.openxmlformats.org/officeDocument/2006/relationships/tags" Target="../tags/tag747.xml"/><Relationship Id="rId17" Type="http://schemas.openxmlformats.org/officeDocument/2006/relationships/tags" Target="../tags/tag746.xml"/><Relationship Id="rId16" Type="http://schemas.openxmlformats.org/officeDocument/2006/relationships/tags" Target="../tags/tag745.xml"/><Relationship Id="rId15" Type="http://schemas.openxmlformats.org/officeDocument/2006/relationships/image" Target="../media/image41.jpeg"/><Relationship Id="rId14" Type="http://schemas.openxmlformats.org/officeDocument/2006/relationships/tags" Target="../tags/tag744.xml"/><Relationship Id="rId13" Type="http://schemas.openxmlformats.org/officeDocument/2006/relationships/tags" Target="../tags/tag743.xml"/><Relationship Id="rId12" Type="http://schemas.openxmlformats.org/officeDocument/2006/relationships/tags" Target="../tags/tag742.xml"/><Relationship Id="rId11" Type="http://schemas.openxmlformats.org/officeDocument/2006/relationships/image" Target="../media/image40.jpeg"/><Relationship Id="rId10" Type="http://schemas.openxmlformats.org/officeDocument/2006/relationships/tags" Target="../tags/tag741.xml"/><Relationship Id="rId1" Type="http://schemas.openxmlformats.org/officeDocument/2006/relationships/tags" Target="../tags/tag73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755.xml"/><Relationship Id="rId8" Type="http://schemas.openxmlformats.org/officeDocument/2006/relationships/tags" Target="../tags/tag754.xml"/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tags" Target="../tags/tag750.xml"/><Relationship Id="rId3" Type="http://schemas.openxmlformats.org/officeDocument/2006/relationships/tags" Target="../tags/tag749.xml"/><Relationship Id="rId2" Type="http://schemas.openxmlformats.org/officeDocument/2006/relationships/image" Target="../media/image42.jpeg"/><Relationship Id="rId10" Type="http://schemas.openxmlformats.org/officeDocument/2006/relationships/slideLayout" Target="../slideLayouts/slideLayout48.xml"/><Relationship Id="rId1" Type="http://schemas.openxmlformats.org/officeDocument/2006/relationships/tags" Target="../tags/tag74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762.xml"/><Relationship Id="rId8" Type="http://schemas.openxmlformats.org/officeDocument/2006/relationships/tags" Target="../tags/tag761.xml"/><Relationship Id="rId7" Type="http://schemas.openxmlformats.org/officeDocument/2006/relationships/tags" Target="../tags/tag760.xml"/><Relationship Id="rId6" Type="http://schemas.openxmlformats.org/officeDocument/2006/relationships/tags" Target="../tags/tag759.xml"/><Relationship Id="rId5" Type="http://schemas.openxmlformats.org/officeDocument/2006/relationships/image" Target="../media/image44.jpeg"/><Relationship Id="rId4" Type="http://schemas.openxmlformats.org/officeDocument/2006/relationships/tags" Target="../tags/tag758.xml"/><Relationship Id="rId3" Type="http://schemas.openxmlformats.org/officeDocument/2006/relationships/image" Target="../media/image43.jpeg"/><Relationship Id="rId2" Type="http://schemas.openxmlformats.org/officeDocument/2006/relationships/tags" Target="../tags/tag757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48.xml"/><Relationship Id="rId12" Type="http://schemas.openxmlformats.org/officeDocument/2006/relationships/tags" Target="../tags/tag765.xml"/><Relationship Id="rId11" Type="http://schemas.openxmlformats.org/officeDocument/2006/relationships/tags" Target="../tags/tag764.xml"/><Relationship Id="rId10" Type="http://schemas.openxmlformats.org/officeDocument/2006/relationships/tags" Target="../tags/tag763.xml"/><Relationship Id="rId1" Type="http://schemas.openxmlformats.org/officeDocument/2006/relationships/tags" Target="../tags/tag756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tags" Target="../tags/tag772.xml"/><Relationship Id="rId7" Type="http://schemas.openxmlformats.org/officeDocument/2006/relationships/tags" Target="../tags/tag771.xml"/><Relationship Id="rId6" Type="http://schemas.openxmlformats.org/officeDocument/2006/relationships/tags" Target="../tags/tag770.xml"/><Relationship Id="rId5" Type="http://schemas.openxmlformats.org/officeDocument/2006/relationships/tags" Target="../tags/tag769.xml"/><Relationship Id="rId4" Type="http://schemas.openxmlformats.org/officeDocument/2006/relationships/tags" Target="../tags/tag768.xml"/><Relationship Id="rId3" Type="http://schemas.openxmlformats.org/officeDocument/2006/relationships/tags" Target="../tags/tag767.xml"/><Relationship Id="rId2" Type="http://schemas.openxmlformats.org/officeDocument/2006/relationships/image" Target="../media/image45.jpeg"/><Relationship Id="rId10" Type="http://schemas.openxmlformats.org/officeDocument/2006/relationships/notesSlide" Target="../notesSlides/notesSlide17.xml"/><Relationship Id="rId1" Type="http://schemas.openxmlformats.org/officeDocument/2006/relationships/tags" Target="../tags/tag76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tags" Target="../tags/tag776.xml"/><Relationship Id="rId3" Type="http://schemas.openxmlformats.org/officeDocument/2006/relationships/tags" Target="../tags/tag775.xml"/><Relationship Id="rId2" Type="http://schemas.openxmlformats.org/officeDocument/2006/relationships/tags" Target="../tags/tag774.xml"/><Relationship Id="rId1" Type="http://schemas.openxmlformats.org/officeDocument/2006/relationships/tags" Target="../tags/tag77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77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77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9.xml"/><Relationship Id="rId1" Type="http://schemas.openxmlformats.org/officeDocument/2006/relationships/tags" Target="../tags/tag77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tags" Target="../tags/tag78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tags" Target="../tags/tag78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tags" Target="../tags/tag78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tags" Target="../tags/tag784.xml"/><Relationship Id="rId1" Type="http://schemas.openxmlformats.org/officeDocument/2006/relationships/tags" Target="../tags/tag7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656000"/>
            <a:ext cx="7838372" cy="1800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《偷命》奇幻网络剧策案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322580" y="4298315"/>
            <a:ext cx="11525250" cy="504190"/>
          </a:xfrm>
        </p:spPr>
        <p:txBody>
          <a:bodyPr>
            <a:noAutofit/>
          </a:bodyPr>
          <a:lstStyle/>
          <a:p>
            <a:endParaRPr lang="zh-CN" altLang="en-US" sz="3200" dirty="0"/>
          </a:p>
          <a:p>
            <a:endParaRPr lang="zh-CN" altLang="en-US" sz="3200" dirty="0"/>
          </a:p>
          <a:p>
            <a:endParaRPr lang="zh-CN" altLang="en-US" sz="3200" dirty="0"/>
          </a:p>
          <a:p>
            <a:r>
              <a:rPr lang="zh-CN" altLang="en-US" sz="2000" dirty="0"/>
              <a:t> </a:t>
            </a:r>
            <a:endParaRPr lang="zh-CN" altLang="en-US" dirty="0"/>
          </a:p>
          <a:p>
            <a:endParaRPr lang="zh-CN" altLang="en-US" sz="320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91724" y="1257661"/>
            <a:ext cx="2880000" cy="2047349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5925185" y="82169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01</a:t>
            </a:r>
            <a:endParaRPr lang="en-US" sz="2400" b="1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7458710" y="900430"/>
            <a:ext cx="4208780" cy="5041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项目概述</a:t>
            </a:r>
            <a:endParaRPr lang="zh-CN" altLang="en-US" sz="2400" b="1" spc="300" dirty="0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>
            <a:off x="6308090" y="1483360"/>
            <a:ext cx="53594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序号"/>
          <p:cNvSpPr txBox="1"/>
          <p:nvPr>
            <p:custDataLst>
              <p:tags r:id="rId5"/>
            </p:custDataLst>
          </p:nvPr>
        </p:nvSpPr>
        <p:spPr>
          <a:xfrm>
            <a:off x="5925185" y="164084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02</a:t>
            </a:r>
            <a:endParaRPr lang="en-US" sz="2400" b="1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8" name="项标题"/>
          <p:cNvSpPr txBox="1"/>
          <p:nvPr>
            <p:custDataLst>
              <p:tags r:id="rId6"/>
            </p:custDataLst>
          </p:nvPr>
        </p:nvSpPr>
        <p:spPr>
          <a:xfrm>
            <a:off x="7458710" y="1719580"/>
            <a:ext cx="4208780" cy="5041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背景调查</a:t>
            </a:r>
            <a:endParaRPr lang="zh-CN" altLang="en-US" sz="2400" b="1" spc="300" dirty="0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6308090" y="2302510"/>
            <a:ext cx="53594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序号"/>
          <p:cNvSpPr txBox="1"/>
          <p:nvPr>
            <p:custDataLst>
              <p:tags r:id="rId8"/>
            </p:custDataLst>
          </p:nvPr>
        </p:nvSpPr>
        <p:spPr>
          <a:xfrm>
            <a:off x="5925185" y="245999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03</a:t>
            </a:r>
            <a:endParaRPr lang="en-US" sz="2400" b="1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13" name="项标题"/>
          <p:cNvSpPr txBox="1"/>
          <p:nvPr>
            <p:custDataLst>
              <p:tags r:id="rId9"/>
            </p:custDataLst>
          </p:nvPr>
        </p:nvSpPr>
        <p:spPr>
          <a:xfrm>
            <a:off x="7458710" y="2459990"/>
            <a:ext cx="4208780" cy="5041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内容规划</a:t>
            </a:r>
            <a:endParaRPr lang="zh-CN" altLang="en-US" sz="2400" b="1" spc="300" dirty="0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6308090" y="3121660"/>
            <a:ext cx="53594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序号"/>
          <p:cNvSpPr txBox="1"/>
          <p:nvPr>
            <p:custDataLst>
              <p:tags r:id="rId11"/>
            </p:custDataLst>
          </p:nvPr>
        </p:nvSpPr>
        <p:spPr>
          <a:xfrm>
            <a:off x="5925185" y="3279140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04</a:t>
            </a:r>
            <a:endParaRPr lang="en-US" sz="2400" b="1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18" name="项标题"/>
          <p:cNvSpPr txBox="1"/>
          <p:nvPr>
            <p:custDataLst>
              <p:tags r:id="rId12"/>
            </p:custDataLst>
          </p:nvPr>
        </p:nvSpPr>
        <p:spPr>
          <a:xfrm>
            <a:off x="7458710" y="3279140"/>
            <a:ext cx="4208780" cy="5041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制作团队</a:t>
            </a:r>
            <a:endParaRPr lang="zh-CN" altLang="en-US" sz="2400" b="1" spc="300" dirty="0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6308090" y="3940810"/>
            <a:ext cx="53594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序号"/>
          <p:cNvSpPr txBox="1"/>
          <p:nvPr>
            <p:custDataLst>
              <p:tags r:id="rId14"/>
            </p:custDataLst>
          </p:nvPr>
        </p:nvSpPr>
        <p:spPr>
          <a:xfrm>
            <a:off x="5925185" y="4006215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05</a:t>
            </a:r>
            <a:endParaRPr lang="en-US" sz="2400" b="1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22" name="项标题"/>
          <p:cNvSpPr txBox="1"/>
          <p:nvPr>
            <p:custDataLst>
              <p:tags r:id="rId15"/>
            </p:custDataLst>
          </p:nvPr>
        </p:nvSpPr>
        <p:spPr>
          <a:xfrm>
            <a:off x="7458710" y="4006215"/>
            <a:ext cx="4208780" cy="5041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拍摄计划</a:t>
            </a:r>
            <a:endParaRPr lang="zh-CN" altLang="en-US" sz="2400" b="1" spc="300" dirty="0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cxnSp>
        <p:nvCxnSpPr>
          <p:cNvPr id="23" name="直接连接符 22"/>
          <p:cNvCxnSpPr/>
          <p:nvPr>
            <p:custDataLst>
              <p:tags r:id="rId16"/>
            </p:custDataLst>
          </p:nvPr>
        </p:nvCxnSpPr>
        <p:spPr>
          <a:xfrm>
            <a:off x="6308090" y="4667885"/>
            <a:ext cx="53594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序号"/>
          <p:cNvSpPr txBox="1"/>
          <p:nvPr>
            <p:custDataLst>
              <p:tags r:id="rId17"/>
            </p:custDataLst>
          </p:nvPr>
        </p:nvSpPr>
        <p:spPr>
          <a:xfrm>
            <a:off x="5925185" y="4825365"/>
            <a:ext cx="658495" cy="5041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400" b="1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06</a:t>
            </a:r>
            <a:endParaRPr lang="en-US" sz="2400" b="1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26" name="项标题"/>
          <p:cNvSpPr txBox="1"/>
          <p:nvPr>
            <p:custDataLst>
              <p:tags r:id="rId18"/>
            </p:custDataLst>
          </p:nvPr>
        </p:nvSpPr>
        <p:spPr>
          <a:xfrm>
            <a:off x="7458710" y="4825365"/>
            <a:ext cx="4208780" cy="50419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/>
                </a:solidFill>
                <a:latin typeface="+mj-ea"/>
                <a:ea typeface="+mj-ea"/>
                <a:cs typeface="汉仪楷体简" panose="02010600000101010101" charset="-128"/>
              </a:rPr>
              <a:t>制作预算</a:t>
            </a:r>
            <a:endParaRPr lang="zh-CN" altLang="en-US" sz="2400" b="1" spc="300" dirty="0">
              <a:solidFill>
                <a:schemeClr val="tx1"/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9"/>
            </p:custDataLst>
          </p:nvPr>
        </p:nvCxnSpPr>
        <p:spPr>
          <a:xfrm>
            <a:off x="6308090" y="5487035"/>
            <a:ext cx="53594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27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230620" y="5736590"/>
            <a:ext cx="5514975" cy="73406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2400" b="1">
                <a:latin typeface="+mj-lt"/>
                <a:ea typeface="微软雅黑" panose="020B0503020204020204" charset="-122"/>
                <a:cs typeface="+mj-lt"/>
              </a:rPr>
              <a:t>07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                                                       </a:t>
            </a:r>
            <a:r>
              <a:rPr lang="zh-CN" altLang="en-US" sz="2400" b="1" spc="300" dirty="0">
                <a:latin typeface="+mj-ea"/>
                <a:ea typeface="+mj-ea"/>
                <a:cs typeface="汉仪楷体简" panose="02010600000101010101" charset="-128"/>
              </a:rPr>
              <a:t>宣传推广</a:t>
            </a:r>
            <a:endParaRPr lang="zh-CN" altLang="en-US" sz="2400" b="1">
              <a:latin typeface="+mj-lt"/>
              <a:ea typeface="+mj-lt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27340" y="328277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项目概述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540" y="3689985"/>
            <a:ext cx="9144000" cy="1789430"/>
          </a:xfrm>
        </p:spPr>
        <p:txBody>
          <a:bodyPr>
            <a:normAutofit/>
          </a:bodyPr>
          <a:lstStyle/>
          <a:p>
            <a:br>
              <a:rPr lang="zh-CN" altLang="en-US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rPr>
            </a:br>
            <a:endParaRPr lang="zh-CN" altLang="en-US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243330" y="1410970"/>
            <a:ext cx="9328150" cy="1265555"/>
          </a:xfrm>
        </p:spPr>
        <p:txBody>
          <a:bodyPr/>
          <a:lstStyle/>
          <a:p>
            <a:r>
              <a:rPr lang="zh-CN" altLang="en-US" dirty="0"/>
              <a:t>01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1410" y="2099945"/>
            <a:ext cx="10365740" cy="823595"/>
          </a:xfrm>
        </p:spPr>
        <p:txBody>
          <a:bodyPr>
            <a:normAutofit fontScale="90000"/>
          </a:bodyPr>
          <a:p>
            <a:r>
              <a:rPr lang="zh-CN" altLang="en-US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项目名称：</a:t>
            </a:r>
            <a:r>
              <a:rPr lang="zh-CN" altLang="en-US" sz="40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《偷命》</a:t>
            </a:r>
            <a:br>
              <a:rPr lang="zh-CN" altLang="en-US" sz="40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sz="40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sz="40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</a:t>
            </a:r>
            <a:br>
              <a:rPr lang="en-US" altLang="zh-CN" sz="40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zh-CN" sz="40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     </a:t>
            </a:r>
            <a:r>
              <a:rPr lang="en-US" altLang="zh-CN" sz="2665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——</a:t>
            </a:r>
            <a:r>
              <a:rPr lang="zh-CN" altLang="en-US" sz="2665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改编于一枚铜钱《偷命》</a:t>
            </a:r>
            <a:endParaRPr lang="zh-CN" altLang="en-US" sz="2665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2140" y="3429000"/>
            <a:ext cx="10757535" cy="2242185"/>
          </a:xfrm>
        </p:spPr>
        <p:txBody>
          <a:bodyPr>
            <a:normAutofit fontScale="45000"/>
          </a:bodyPr>
          <a:p>
            <a:r>
              <a:rPr lang="zh-CN" altLang="en-US" sz="61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ea"/>
              </a:rPr>
              <a:t>题材与类型</a:t>
            </a:r>
            <a:r>
              <a:rPr lang="zh-CN" altLang="en-US" sz="727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ea"/>
              </a:rPr>
              <a:t>：</a:t>
            </a:r>
            <a:r>
              <a:rPr lang="zh-CN" altLang="en-US" sz="4925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ea"/>
              </a:rPr>
              <a:t>以</a:t>
            </a:r>
            <a:r>
              <a:rPr lang="zh-CN" altLang="en-US" sz="4925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ea"/>
              </a:rPr>
              <a:t>奇幻灵异为核心，融合奇幻冒险与人性探索，打造充满神秘色彩和情感张力的网络剧。</a:t>
            </a:r>
            <a:endParaRPr lang="zh-CN" altLang="en-US" sz="4925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ea"/>
              <a:cs typeface="+mn-ea"/>
              <a:sym typeface="+mn-ea"/>
            </a:endParaRPr>
          </a:p>
          <a:p>
            <a:br>
              <a:rPr lang="zh-CN" altLang="en-US" sz="4925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rPr>
            </a:br>
            <a:endParaRPr lang="zh-CN" altLang="en-US" sz="4925">
              <a:ln w="10160">
                <a:solidFill>
                  <a:schemeClr val="accent5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 descr="E:/设计图片素材/7805785_.jpg7805785_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email"/>
          <a:srcRect l="28956" t="3580" r="28956" b="3580"/>
          <a:stretch>
            <a:fillRect/>
          </a:stretch>
        </p:blipFill>
        <p:spPr>
          <a:xfrm>
            <a:off x="3530348" y="0"/>
            <a:ext cx="5131384" cy="3429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8" h="5413">
                <a:moveTo>
                  <a:pt x="6594" y="5291"/>
                </a:moveTo>
                <a:cubicBezTo>
                  <a:pt x="6644" y="5291"/>
                  <a:pt x="6700" y="5297"/>
                  <a:pt x="6741" y="5297"/>
                </a:cubicBezTo>
                <a:cubicBezTo>
                  <a:pt x="6748" y="5304"/>
                  <a:pt x="6741" y="5304"/>
                  <a:pt x="6741" y="5311"/>
                </a:cubicBezTo>
                <a:cubicBezTo>
                  <a:pt x="6848" y="5278"/>
                  <a:pt x="6881" y="5377"/>
                  <a:pt x="7021" y="5351"/>
                </a:cubicBezTo>
                <a:cubicBezTo>
                  <a:pt x="6868" y="5384"/>
                  <a:pt x="6654" y="5411"/>
                  <a:pt x="6481" y="5384"/>
                </a:cubicBezTo>
                <a:cubicBezTo>
                  <a:pt x="6481" y="5371"/>
                  <a:pt x="6494" y="5364"/>
                  <a:pt x="6481" y="5364"/>
                </a:cubicBezTo>
                <a:cubicBezTo>
                  <a:pt x="6494" y="5364"/>
                  <a:pt x="6494" y="5351"/>
                  <a:pt x="6514" y="5344"/>
                </a:cubicBezTo>
                <a:cubicBezTo>
                  <a:pt x="6514" y="5331"/>
                  <a:pt x="6507" y="5317"/>
                  <a:pt x="6501" y="5311"/>
                </a:cubicBezTo>
                <a:cubicBezTo>
                  <a:pt x="6521" y="5296"/>
                  <a:pt x="6556" y="5292"/>
                  <a:pt x="6594" y="5291"/>
                </a:cubicBezTo>
                <a:close/>
                <a:moveTo>
                  <a:pt x="3334" y="5285"/>
                </a:moveTo>
                <a:cubicBezTo>
                  <a:pt x="3374" y="5286"/>
                  <a:pt x="3414" y="5295"/>
                  <a:pt x="3469" y="5304"/>
                </a:cubicBezTo>
                <a:cubicBezTo>
                  <a:pt x="3422" y="5317"/>
                  <a:pt x="3295" y="5337"/>
                  <a:pt x="3275" y="5291"/>
                </a:cubicBezTo>
                <a:cubicBezTo>
                  <a:pt x="3296" y="5287"/>
                  <a:pt x="3315" y="5285"/>
                  <a:pt x="3334" y="5285"/>
                </a:cubicBezTo>
                <a:close/>
                <a:moveTo>
                  <a:pt x="5713" y="5284"/>
                </a:moveTo>
                <a:cubicBezTo>
                  <a:pt x="5726" y="5284"/>
                  <a:pt x="5746" y="5284"/>
                  <a:pt x="5746" y="5304"/>
                </a:cubicBezTo>
                <a:cubicBezTo>
                  <a:pt x="5773" y="5291"/>
                  <a:pt x="5793" y="5311"/>
                  <a:pt x="5793" y="5291"/>
                </a:cubicBezTo>
                <a:cubicBezTo>
                  <a:pt x="5826" y="5311"/>
                  <a:pt x="5846" y="5291"/>
                  <a:pt x="5879" y="5297"/>
                </a:cubicBezTo>
                <a:cubicBezTo>
                  <a:pt x="5879" y="5297"/>
                  <a:pt x="5873" y="5304"/>
                  <a:pt x="5873" y="5311"/>
                </a:cubicBezTo>
                <a:cubicBezTo>
                  <a:pt x="5899" y="5317"/>
                  <a:pt x="5899" y="5291"/>
                  <a:pt x="5926" y="5291"/>
                </a:cubicBezTo>
                <a:cubicBezTo>
                  <a:pt x="5906" y="5317"/>
                  <a:pt x="5979" y="5291"/>
                  <a:pt x="5979" y="5317"/>
                </a:cubicBezTo>
                <a:cubicBezTo>
                  <a:pt x="5986" y="5311"/>
                  <a:pt x="6006" y="5317"/>
                  <a:pt x="6006" y="5297"/>
                </a:cubicBezTo>
                <a:cubicBezTo>
                  <a:pt x="6033" y="5311"/>
                  <a:pt x="6026" y="5297"/>
                  <a:pt x="6053" y="5291"/>
                </a:cubicBezTo>
                <a:cubicBezTo>
                  <a:pt x="6053" y="5297"/>
                  <a:pt x="6060" y="5291"/>
                  <a:pt x="6066" y="5297"/>
                </a:cubicBezTo>
                <a:cubicBezTo>
                  <a:pt x="6080" y="5311"/>
                  <a:pt x="6060" y="5304"/>
                  <a:pt x="6060" y="5317"/>
                </a:cubicBezTo>
                <a:cubicBezTo>
                  <a:pt x="6080" y="5311"/>
                  <a:pt x="6080" y="5304"/>
                  <a:pt x="6093" y="5317"/>
                </a:cubicBezTo>
                <a:cubicBezTo>
                  <a:pt x="6113" y="5304"/>
                  <a:pt x="6173" y="5304"/>
                  <a:pt x="6166" y="5324"/>
                </a:cubicBezTo>
                <a:cubicBezTo>
                  <a:pt x="6180" y="5304"/>
                  <a:pt x="6206" y="5331"/>
                  <a:pt x="6213" y="5311"/>
                </a:cubicBezTo>
                <a:cubicBezTo>
                  <a:pt x="6220" y="5317"/>
                  <a:pt x="6226" y="5324"/>
                  <a:pt x="6246" y="5317"/>
                </a:cubicBezTo>
                <a:cubicBezTo>
                  <a:pt x="6246" y="5331"/>
                  <a:pt x="6240" y="5331"/>
                  <a:pt x="6226" y="5331"/>
                </a:cubicBezTo>
                <a:cubicBezTo>
                  <a:pt x="6240" y="5357"/>
                  <a:pt x="6287" y="5351"/>
                  <a:pt x="6320" y="5357"/>
                </a:cubicBezTo>
                <a:cubicBezTo>
                  <a:pt x="6293" y="5391"/>
                  <a:pt x="6213" y="5364"/>
                  <a:pt x="6166" y="5391"/>
                </a:cubicBezTo>
                <a:cubicBezTo>
                  <a:pt x="6173" y="5391"/>
                  <a:pt x="6173" y="5404"/>
                  <a:pt x="6180" y="5404"/>
                </a:cubicBezTo>
                <a:cubicBezTo>
                  <a:pt x="6166" y="5417"/>
                  <a:pt x="6113" y="5417"/>
                  <a:pt x="6120" y="5391"/>
                </a:cubicBezTo>
                <a:cubicBezTo>
                  <a:pt x="6093" y="5391"/>
                  <a:pt x="6086" y="5377"/>
                  <a:pt x="6066" y="5391"/>
                </a:cubicBezTo>
                <a:cubicBezTo>
                  <a:pt x="6026" y="5357"/>
                  <a:pt x="5946" y="5305"/>
                  <a:pt x="5906" y="5357"/>
                </a:cubicBezTo>
                <a:cubicBezTo>
                  <a:pt x="5826" y="5357"/>
                  <a:pt x="5753" y="5351"/>
                  <a:pt x="5672" y="5324"/>
                </a:cubicBezTo>
                <a:cubicBezTo>
                  <a:pt x="5672" y="5291"/>
                  <a:pt x="5699" y="5304"/>
                  <a:pt x="5739" y="5304"/>
                </a:cubicBezTo>
                <a:cubicBezTo>
                  <a:pt x="5739" y="5271"/>
                  <a:pt x="5706" y="5311"/>
                  <a:pt x="5713" y="5284"/>
                </a:cubicBezTo>
                <a:close/>
                <a:moveTo>
                  <a:pt x="2103" y="5258"/>
                </a:moveTo>
                <a:cubicBezTo>
                  <a:pt x="2142" y="5257"/>
                  <a:pt x="2182" y="5266"/>
                  <a:pt x="2201" y="5285"/>
                </a:cubicBezTo>
                <a:cubicBezTo>
                  <a:pt x="2141" y="5278"/>
                  <a:pt x="2094" y="5304"/>
                  <a:pt x="2054" y="5265"/>
                </a:cubicBezTo>
                <a:cubicBezTo>
                  <a:pt x="2068" y="5260"/>
                  <a:pt x="2086" y="5258"/>
                  <a:pt x="2103" y="5258"/>
                </a:cubicBezTo>
                <a:close/>
                <a:moveTo>
                  <a:pt x="2781" y="5252"/>
                </a:moveTo>
                <a:lnTo>
                  <a:pt x="2782" y="5253"/>
                </a:lnTo>
                <a:lnTo>
                  <a:pt x="2781" y="5253"/>
                </a:lnTo>
                <a:cubicBezTo>
                  <a:pt x="2781" y="5253"/>
                  <a:pt x="2781" y="5253"/>
                  <a:pt x="2781" y="5252"/>
                </a:cubicBezTo>
                <a:close/>
                <a:moveTo>
                  <a:pt x="6308" y="5252"/>
                </a:moveTo>
                <a:cubicBezTo>
                  <a:pt x="6359" y="5252"/>
                  <a:pt x="6417" y="5258"/>
                  <a:pt x="6473" y="5258"/>
                </a:cubicBezTo>
                <a:cubicBezTo>
                  <a:pt x="6467" y="5285"/>
                  <a:pt x="6427" y="5271"/>
                  <a:pt x="6413" y="5285"/>
                </a:cubicBezTo>
                <a:cubicBezTo>
                  <a:pt x="6420" y="5305"/>
                  <a:pt x="6440" y="5305"/>
                  <a:pt x="6453" y="5311"/>
                </a:cubicBezTo>
                <a:cubicBezTo>
                  <a:pt x="6407" y="5318"/>
                  <a:pt x="6380" y="5331"/>
                  <a:pt x="6320" y="5331"/>
                </a:cubicBezTo>
                <a:cubicBezTo>
                  <a:pt x="6313" y="5325"/>
                  <a:pt x="6313" y="5311"/>
                  <a:pt x="6320" y="5305"/>
                </a:cubicBezTo>
                <a:cubicBezTo>
                  <a:pt x="6273" y="5298"/>
                  <a:pt x="6240" y="5291"/>
                  <a:pt x="6206" y="5271"/>
                </a:cubicBezTo>
                <a:cubicBezTo>
                  <a:pt x="6233" y="5257"/>
                  <a:pt x="6268" y="5252"/>
                  <a:pt x="6308" y="5252"/>
                </a:cubicBezTo>
                <a:close/>
                <a:moveTo>
                  <a:pt x="6681" y="5251"/>
                </a:moveTo>
                <a:cubicBezTo>
                  <a:pt x="6681" y="5251"/>
                  <a:pt x="6681" y="5251"/>
                  <a:pt x="6814" y="5251"/>
                </a:cubicBezTo>
                <a:cubicBezTo>
                  <a:pt x="6794" y="5271"/>
                  <a:pt x="6701" y="5285"/>
                  <a:pt x="6681" y="5251"/>
                </a:cubicBezTo>
                <a:close/>
                <a:moveTo>
                  <a:pt x="1785" y="5251"/>
                </a:moveTo>
                <a:cubicBezTo>
                  <a:pt x="1798" y="5251"/>
                  <a:pt x="1810" y="5255"/>
                  <a:pt x="1806" y="5265"/>
                </a:cubicBezTo>
                <a:cubicBezTo>
                  <a:pt x="1786" y="5271"/>
                  <a:pt x="1780" y="5251"/>
                  <a:pt x="1760" y="5258"/>
                </a:cubicBezTo>
                <a:cubicBezTo>
                  <a:pt x="1760" y="5255"/>
                  <a:pt x="1773" y="5251"/>
                  <a:pt x="1785" y="5251"/>
                </a:cubicBezTo>
                <a:close/>
                <a:moveTo>
                  <a:pt x="2115" y="5235"/>
                </a:moveTo>
                <a:cubicBezTo>
                  <a:pt x="2134" y="5235"/>
                  <a:pt x="2167" y="5240"/>
                  <a:pt x="2181" y="5245"/>
                </a:cubicBezTo>
                <a:cubicBezTo>
                  <a:pt x="2161" y="5258"/>
                  <a:pt x="2101" y="5251"/>
                  <a:pt x="2101" y="5238"/>
                </a:cubicBezTo>
                <a:cubicBezTo>
                  <a:pt x="2101" y="5236"/>
                  <a:pt x="2106" y="5235"/>
                  <a:pt x="2115" y="5235"/>
                </a:cubicBezTo>
                <a:close/>
                <a:moveTo>
                  <a:pt x="3980" y="5228"/>
                </a:moveTo>
                <a:cubicBezTo>
                  <a:pt x="3993" y="5228"/>
                  <a:pt x="4003" y="5231"/>
                  <a:pt x="4010" y="5245"/>
                </a:cubicBezTo>
                <a:cubicBezTo>
                  <a:pt x="4017" y="5238"/>
                  <a:pt x="4030" y="5238"/>
                  <a:pt x="4037" y="5231"/>
                </a:cubicBezTo>
                <a:cubicBezTo>
                  <a:pt x="4063" y="5238"/>
                  <a:pt x="4063" y="5278"/>
                  <a:pt x="4103" y="5271"/>
                </a:cubicBezTo>
                <a:cubicBezTo>
                  <a:pt x="4083" y="5298"/>
                  <a:pt x="4050" y="5251"/>
                  <a:pt x="4017" y="5271"/>
                </a:cubicBezTo>
                <a:cubicBezTo>
                  <a:pt x="4017" y="5238"/>
                  <a:pt x="3957" y="5278"/>
                  <a:pt x="3903" y="5251"/>
                </a:cubicBezTo>
                <a:cubicBezTo>
                  <a:pt x="3897" y="5225"/>
                  <a:pt x="3937" y="5251"/>
                  <a:pt x="3930" y="5231"/>
                </a:cubicBezTo>
                <a:cubicBezTo>
                  <a:pt x="3950" y="5231"/>
                  <a:pt x="3967" y="5228"/>
                  <a:pt x="3980" y="5228"/>
                </a:cubicBezTo>
                <a:close/>
                <a:moveTo>
                  <a:pt x="1029" y="5201"/>
                </a:moveTo>
                <a:cubicBezTo>
                  <a:pt x="1026" y="5202"/>
                  <a:pt x="1022" y="5203"/>
                  <a:pt x="1019" y="5205"/>
                </a:cubicBezTo>
                <a:cubicBezTo>
                  <a:pt x="1012" y="5231"/>
                  <a:pt x="1072" y="5231"/>
                  <a:pt x="1072" y="5212"/>
                </a:cubicBezTo>
                <a:cubicBezTo>
                  <a:pt x="1050" y="5217"/>
                  <a:pt x="1042" y="5201"/>
                  <a:pt x="1029" y="5201"/>
                </a:cubicBezTo>
                <a:close/>
                <a:moveTo>
                  <a:pt x="1190" y="5200"/>
                </a:moveTo>
                <a:cubicBezTo>
                  <a:pt x="1178" y="5200"/>
                  <a:pt x="1166" y="5209"/>
                  <a:pt x="1166" y="5218"/>
                </a:cubicBezTo>
                <a:cubicBezTo>
                  <a:pt x="1179" y="5218"/>
                  <a:pt x="1199" y="5212"/>
                  <a:pt x="1206" y="5205"/>
                </a:cubicBezTo>
                <a:cubicBezTo>
                  <a:pt x="1201" y="5201"/>
                  <a:pt x="1196" y="5199"/>
                  <a:pt x="1190" y="5200"/>
                </a:cubicBezTo>
                <a:close/>
                <a:moveTo>
                  <a:pt x="2087" y="5186"/>
                </a:moveTo>
                <a:cubicBezTo>
                  <a:pt x="2071" y="5187"/>
                  <a:pt x="2053" y="5195"/>
                  <a:pt x="2061" y="5198"/>
                </a:cubicBezTo>
                <a:cubicBezTo>
                  <a:pt x="2081" y="5192"/>
                  <a:pt x="2087" y="5205"/>
                  <a:pt x="2107" y="5205"/>
                </a:cubicBezTo>
                <a:cubicBezTo>
                  <a:pt x="2110" y="5191"/>
                  <a:pt x="2099" y="5186"/>
                  <a:pt x="2087" y="5186"/>
                </a:cubicBezTo>
                <a:close/>
                <a:moveTo>
                  <a:pt x="3838" y="5153"/>
                </a:moveTo>
                <a:cubicBezTo>
                  <a:pt x="3871" y="5153"/>
                  <a:pt x="3905" y="5163"/>
                  <a:pt x="3917" y="5178"/>
                </a:cubicBezTo>
                <a:cubicBezTo>
                  <a:pt x="3903" y="5178"/>
                  <a:pt x="3897" y="5178"/>
                  <a:pt x="3897" y="5192"/>
                </a:cubicBezTo>
                <a:cubicBezTo>
                  <a:pt x="3877" y="5178"/>
                  <a:pt x="3850" y="5165"/>
                  <a:pt x="3830" y="5192"/>
                </a:cubicBezTo>
                <a:cubicBezTo>
                  <a:pt x="3810" y="5192"/>
                  <a:pt x="3803" y="5178"/>
                  <a:pt x="3776" y="5178"/>
                </a:cubicBezTo>
                <a:cubicBezTo>
                  <a:pt x="3788" y="5161"/>
                  <a:pt x="3813" y="5154"/>
                  <a:pt x="3838" y="5153"/>
                </a:cubicBezTo>
                <a:close/>
                <a:moveTo>
                  <a:pt x="1951" y="5147"/>
                </a:moveTo>
                <a:cubicBezTo>
                  <a:pt x="1926" y="5147"/>
                  <a:pt x="1900" y="5155"/>
                  <a:pt x="1886" y="5165"/>
                </a:cubicBezTo>
                <a:cubicBezTo>
                  <a:pt x="1900" y="5172"/>
                  <a:pt x="1900" y="5185"/>
                  <a:pt x="1906" y="5192"/>
                </a:cubicBezTo>
                <a:cubicBezTo>
                  <a:pt x="1940" y="5185"/>
                  <a:pt x="1966" y="5178"/>
                  <a:pt x="2000" y="5178"/>
                </a:cubicBezTo>
                <a:cubicBezTo>
                  <a:pt x="1997" y="5155"/>
                  <a:pt x="1975" y="5147"/>
                  <a:pt x="1951" y="5147"/>
                </a:cubicBezTo>
                <a:close/>
                <a:moveTo>
                  <a:pt x="3440" y="5138"/>
                </a:moveTo>
                <a:cubicBezTo>
                  <a:pt x="3450" y="5137"/>
                  <a:pt x="3455" y="5153"/>
                  <a:pt x="3449" y="5166"/>
                </a:cubicBezTo>
                <a:cubicBezTo>
                  <a:pt x="3429" y="5172"/>
                  <a:pt x="3422" y="5166"/>
                  <a:pt x="3395" y="5159"/>
                </a:cubicBezTo>
                <a:cubicBezTo>
                  <a:pt x="3402" y="5132"/>
                  <a:pt x="3429" y="5166"/>
                  <a:pt x="3435" y="5139"/>
                </a:cubicBezTo>
                <a:cubicBezTo>
                  <a:pt x="3437" y="5138"/>
                  <a:pt x="3439" y="5138"/>
                  <a:pt x="3440" y="5138"/>
                </a:cubicBezTo>
                <a:close/>
                <a:moveTo>
                  <a:pt x="7355" y="5026"/>
                </a:moveTo>
                <a:cubicBezTo>
                  <a:pt x="7362" y="5026"/>
                  <a:pt x="7362" y="5039"/>
                  <a:pt x="7355" y="5039"/>
                </a:cubicBezTo>
                <a:cubicBezTo>
                  <a:pt x="7275" y="5079"/>
                  <a:pt x="7141" y="5059"/>
                  <a:pt x="7035" y="5072"/>
                </a:cubicBezTo>
                <a:cubicBezTo>
                  <a:pt x="7021" y="5079"/>
                  <a:pt x="7001" y="5092"/>
                  <a:pt x="6988" y="5092"/>
                </a:cubicBezTo>
                <a:cubicBezTo>
                  <a:pt x="6968" y="5092"/>
                  <a:pt x="6961" y="5086"/>
                  <a:pt x="6935" y="5092"/>
                </a:cubicBezTo>
                <a:cubicBezTo>
                  <a:pt x="6874" y="5106"/>
                  <a:pt x="6821" y="5079"/>
                  <a:pt x="6761" y="5072"/>
                </a:cubicBezTo>
                <a:cubicBezTo>
                  <a:pt x="6708" y="5072"/>
                  <a:pt x="6661" y="5086"/>
                  <a:pt x="6614" y="5079"/>
                </a:cubicBezTo>
                <a:cubicBezTo>
                  <a:pt x="6574" y="5072"/>
                  <a:pt x="6541" y="5059"/>
                  <a:pt x="6514" y="5052"/>
                </a:cubicBezTo>
                <a:cubicBezTo>
                  <a:pt x="6521" y="5032"/>
                  <a:pt x="6561" y="5032"/>
                  <a:pt x="6554" y="5059"/>
                </a:cubicBezTo>
                <a:cubicBezTo>
                  <a:pt x="6574" y="5039"/>
                  <a:pt x="6614" y="5039"/>
                  <a:pt x="6641" y="5032"/>
                </a:cubicBezTo>
                <a:cubicBezTo>
                  <a:pt x="6654" y="5032"/>
                  <a:pt x="6648" y="5052"/>
                  <a:pt x="6648" y="5066"/>
                </a:cubicBezTo>
                <a:cubicBezTo>
                  <a:pt x="6841" y="5033"/>
                  <a:pt x="7148" y="5086"/>
                  <a:pt x="7355" y="5026"/>
                </a:cubicBezTo>
                <a:close/>
                <a:moveTo>
                  <a:pt x="6420" y="5019"/>
                </a:moveTo>
                <a:cubicBezTo>
                  <a:pt x="6447" y="5026"/>
                  <a:pt x="6480" y="5026"/>
                  <a:pt x="6480" y="5059"/>
                </a:cubicBezTo>
                <a:cubicBezTo>
                  <a:pt x="6480" y="5059"/>
                  <a:pt x="6473" y="5059"/>
                  <a:pt x="6473" y="5066"/>
                </a:cubicBezTo>
                <a:cubicBezTo>
                  <a:pt x="6447" y="5059"/>
                  <a:pt x="6433" y="5046"/>
                  <a:pt x="6393" y="5053"/>
                </a:cubicBezTo>
                <a:cubicBezTo>
                  <a:pt x="6393" y="5033"/>
                  <a:pt x="6433" y="5046"/>
                  <a:pt x="6420" y="5019"/>
                </a:cubicBezTo>
                <a:close/>
                <a:moveTo>
                  <a:pt x="7195" y="5006"/>
                </a:moveTo>
                <a:cubicBezTo>
                  <a:pt x="7193" y="5007"/>
                  <a:pt x="7191" y="5007"/>
                  <a:pt x="7189" y="5007"/>
                </a:cubicBezTo>
                <a:lnTo>
                  <a:pt x="7187" y="5007"/>
                </a:lnTo>
                <a:lnTo>
                  <a:pt x="7195" y="5006"/>
                </a:lnTo>
                <a:close/>
                <a:moveTo>
                  <a:pt x="761" y="4986"/>
                </a:moveTo>
                <a:cubicBezTo>
                  <a:pt x="767" y="4986"/>
                  <a:pt x="773" y="4986"/>
                  <a:pt x="779" y="4987"/>
                </a:cubicBezTo>
                <a:cubicBezTo>
                  <a:pt x="832" y="4993"/>
                  <a:pt x="906" y="5007"/>
                  <a:pt x="966" y="5020"/>
                </a:cubicBezTo>
                <a:cubicBezTo>
                  <a:pt x="979" y="5033"/>
                  <a:pt x="966" y="5033"/>
                  <a:pt x="966" y="5053"/>
                </a:cubicBezTo>
                <a:cubicBezTo>
                  <a:pt x="993" y="5066"/>
                  <a:pt x="1013" y="5040"/>
                  <a:pt x="1026" y="5027"/>
                </a:cubicBezTo>
                <a:cubicBezTo>
                  <a:pt x="1180" y="5027"/>
                  <a:pt x="1326" y="5039"/>
                  <a:pt x="1460" y="5066"/>
                </a:cubicBezTo>
                <a:cubicBezTo>
                  <a:pt x="1460" y="5066"/>
                  <a:pt x="1460" y="5066"/>
                  <a:pt x="1460" y="5086"/>
                </a:cubicBezTo>
                <a:cubicBezTo>
                  <a:pt x="1473" y="5100"/>
                  <a:pt x="1513" y="5086"/>
                  <a:pt x="1500" y="5120"/>
                </a:cubicBezTo>
                <a:cubicBezTo>
                  <a:pt x="1553" y="5093"/>
                  <a:pt x="1620" y="5152"/>
                  <a:pt x="1633" y="5086"/>
                </a:cubicBezTo>
                <a:cubicBezTo>
                  <a:pt x="1713" y="5086"/>
                  <a:pt x="1774" y="5093"/>
                  <a:pt x="1834" y="5093"/>
                </a:cubicBezTo>
                <a:cubicBezTo>
                  <a:pt x="1834" y="5139"/>
                  <a:pt x="1920" y="5132"/>
                  <a:pt x="1954" y="5146"/>
                </a:cubicBezTo>
                <a:cubicBezTo>
                  <a:pt x="1967" y="5120"/>
                  <a:pt x="1940" y="5126"/>
                  <a:pt x="1940" y="5100"/>
                </a:cubicBezTo>
                <a:cubicBezTo>
                  <a:pt x="2034" y="5060"/>
                  <a:pt x="2094" y="5146"/>
                  <a:pt x="2167" y="5133"/>
                </a:cubicBezTo>
                <a:cubicBezTo>
                  <a:pt x="2167" y="5120"/>
                  <a:pt x="2167" y="5113"/>
                  <a:pt x="2154" y="5113"/>
                </a:cubicBezTo>
                <a:cubicBezTo>
                  <a:pt x="2227" y="5100"/>
                  <a:pt x="2287" y="5113"/>
                  <a:pt x="2368" y="5120"/>
                </a:cubicBezTo>
                <a:cubicBezTo>
                  <a:pt x="2361" y="5152"/>
                  <a:pt x="2421" y="5139"/>
                  <a:pt x="2401" y="5166"/>
                </a:cubicBezTo>
                <a:cubicBezTo>
                  <a:pt x="2454" y="5152"/>
                  <a:pt x="2534" y="5179"/>
                  <a:pt x="2581" y="5172"/>
                </a:cubicBezTo>
                <a:cubicBezTo>
                  <a:pt x="2594" y="5166"/>
                  <a:pt x="2574" y="5146"/>
                  <a:pt x="2561" y="5146"/>
                </a:cubicBezTo>
                <a:cubicBezTo>
                  <a:pt x="2581" y="5139"/>
                  <a:pt x="2601" y="5159"/>
                  <a:pt x="2621" y="5152"/>
                </a:cubicBezTo>
                <a:cubicBezTo>
                  <a:pt x="2641" y="5152"/>
                  <a:pt x="2641" y="5139"/>
                  <a:pt x="2661" y="5132"/>
                </a:cubicBezTo>
                <a:cubicBezTo>
                  <a:pt x="2688" y="5119"/>
                  <a:pt x="2728" y="5132"/>
                  <a:pt x="2761" y="5132"/>
                </a:cubicBezTo>
                <a:cubicBezTo>
                  <a:pt x="2848" y="5126"/>
                  <a:pt x="2955" y="5106"/>
                  <a:pt x="3062" y="5126"/>
                </a:cubicBezTo>
                <a:cubicBezTo>
                  <a:pt x="3062" y="5132"/>
                  <a:pt x="3048" y="5139"/>
                  <a:pt x="3055" y="5146"/>
                </a:cubicBezTo>
                <a:cubicBezTo>
                  <a:pt x="3148" y="5212"/>
                  <a:pt x="3349" y="5146"/>
                  <a:pt x="3455" y="5192"/>
                </a:cubicBezTo>
                <a:cubicBezTo>
                  <a:pt x="3516" y="5158"/>
                  <a:pt x="3583" y="5205"/>
                  <a:pt x="3656" y="5212"/>
                </a:cubicBezTo>
                <a:cubicBezTo>
                  <a:pt x="3649" y="5252"/>
                  <a:pt x="3556" y="5225"/>
                  <a:pt x="3562" y="5258"/>
                </a:cubicBezTo>
                <a:cubicBezTo>
                  <a:pt x="3435" y="5311"/>
                  <a:pt x="3228" y="5225"/>
                  <a:pt x="3088" y="5258"/>
                </a:cubicBezTo>
                <a:cubicBezTo>
                  <a:pt x="3108" y="5265"/>
                  <a:pt x="3108" y="5279"/>
                  <a:pt x="3115" y="5292"/>
                </a:cubicBezTo>
                <a:cubicBezTo>
                  <a:pt x="3057" y="5324"/>
                  <a:pt x="2842" y="5338"/>
                  <a:pt x="2786" y="5260"/>
                </a:cubicBezTo>
                <a:lnTo>
                  <a:pt x="2782" y="5253"/>
                </a:lnTo>
                <a:lnTo>
                  <a:pt x="2782" y="5253"/>
                </a:lnTo>
                <a:cubicBezTo>
                  <a:pt x="2784" y="5249"/>
                  <a:pt x="2791" y="5227"/>
                  <a:pt x="2793" y="5224"/>
                </a:cubicBezTo>
                <a:lnTo>
                  <a:pt x="2794" y="5223"/>
                </a:lnTo>
                <a:lnTo>
                  <a:pt x="2795" y="5226"/>
                </a:lnTo>
                <a:cubicBezTo>
                  <a:pt x="2795" y="5224"/>
                  <a:pt x="2794" y="5223"/>
                  <a:pt x="2794" y="5223"/>
                </a:cubicBezTo>
                <a:lnTo>
                  <a:pt x="2794" y="5223"/>
                </a:lnTo>
                <a:lnTo>
                  <a:pt x="2793" y="5219"/>
                </a:lnTo>
                <a:cubicBezTo>
                  <a:pt x="2768" y="5149"/>
                  <a:pt x="2659" y="5193"/>
                  <a:pt x="2581" y="5199"/>
                </a:cubicBezTo>
                <a:cubicBezTo>
                  <a:pt x="2608" y="5239"/>
                  <a:pt x="2668" y="5206"/>
                  <a:pt x="2695" y="5232"/>
                </a:cubicBezTo>
                <a:cubicBezTo>
                  <a:pt x="2594" y="5246"/>
                  <a:pt x="2508" y="5239"/>
                  <a:pt x="2421" y="5266"/>
                </a:cubicBezTo>
                <a:cubicBezTo>
                  <a:pt x="2414" y="5246"/>
                  <a:pt x="2441" y="5259"/>
                  <a:pt x="2441" y="5239"/>
                </a:cubicBezTo>
                <a:cubicBezTo>
                  <a:pt x="2408" y="5239"/>
                  <a:pt x="2408" y="5239"/>
                  <a:pt x="2374" y="5232"/>
                </a:cubicBezTo>
                <a:cubicBezTo>
                  <a:pt x="2354" y="5219"/>
                  <a:pt x="2354" y="5186"/>
                  <a:pt x="2341" y="5166"/>
                </a:cubicBezTo>
                <a:cubicBezTo>
                  <a:pt x="2314" y="5180"/>
                  <a:pt x="2301" y="5166"/>
                  <a:pt x="2294" y="5146"/>
                </a:cubicBezTo>
                <a:cubicBezTo>
                  <a:pt x="2287" y="5160"/>
                  <a:pt x="2274" y="5166"/>
                  <a:pt x="2261" y="5166"/>
                </a:cubicBezTo>
                <a:cubicBezTo>
                  <a:pt x="2254" y="5199"/>
                  <a:pt x="2294" y="5179"/>
                  <a:pt x="2301" y="5206"/>
                </a:cubicBezTo>
                <a:cubicBezTo>
                  <a:pt x="2234" y="5239"/>
                  <a:pt x="2107" y="5193"/>
                  <a:pt x="2061" y="5232"/>
                </a:cubicBezTo>
                <a:cubicBezTo>
                  <a:pt x="2047" y="5232"/>
                  <a:pt x="2047" y="5212"/>
                  <a:pt x="2020" y="5212"/>
                </a:cubicBezTo>
                <a:cubicBezTo>
                  <a:pt x="1874" y="5272"/>
                  <a:pt x="1740" y="5199"/>
                  <a:pt x="1607" y="5219"/>
                </a:cubicBezTo>
                <a:cubicBezTo>
                  <a:pt x="1633" y="5232"/>
                  <a:pt x="1673" y="5238"/>
                  <a:pt x="1700" y="5258"/>
                </a:cubicBezTo>
                <a:cubicBezTo>
                  <a:pt x="1640" y="5318"/>
                  <a:pt x="1406" y="5258"/>
                  <a:pt x="1293" y="5258"/>
                </a:cubicBezTo>
                <a:cubicBezTo>
                  <a:pt x="1220" y="5258"/>
                  <a:pt x="1159" y="5252"/>
                  <a:pt x="1093" y="5238"/>
                </a:cubicBezTo>
                <a:cubicBezTo>
                  <a:pt x="939" y="5218"/>
                  <a:pt x="786" y="5232"/>
                  <a:pt x="639" y="5232"/>
                </a:cubicBezTo>
                <a:cubicBezTo>
                  <a:pt x="545" y="5265"/>
                  <a:pt x="405" y="5245"/>
                  <a:pt x="305" y="5265"/>
                </a:cubicBezTo>
                <a:cubicBezTo>
                  <a:pt x="305" y="5252"/>
                  <a:pt x="299" y="5252"/>
                  <a:pt x="299" y="5238"/>
                </a:cubicBezTo>
                <a:cubicBezTo>
                  <a:pt x="265" y="5252"/>
                  <a:pt x="225" y="5258"/>
                  <a:pt x="178" y="5252"/>
                </a:cubicBezTo>
                <a:cubicBezTo>
                  <a:pt x="285" y="5206"/>
                  <a:pt x="479" y="5192"/>
                  <a:pt x="586" y="5179"/>
                </a:cubicBezTo>
                <a:cubicBezTo>
                  <a:pt x="505" y="5126"/>
                  <a:pt x="365" y="5179"/>
                  <a:pt x="272" y="5172"/>
                </a:cubicBezTo>
                <a:cubicBezTo>
                  <a:pt x="272" y="5152"/>
                  <a:pt x="292" y="5159"/>
                  <a:pt x="285" y="5146"/>
                </a:cubicBezTo>
                <a:cubicBezTo>
                  <a:pt x="218" y="5146"/>
                  <a:pt x="178" y="5152"/>
                  <a:pt x="125" y="5139"/>
                </a:cubicBezTo>
                <a:cubicBezTo>
                  <a:pt x="165" y="5126"/>
                  <a:pt x="245" y="5126"/>
                  <a:pt x="285" y="5106"/>
                </a:cubicBezTo>
                <a:cubicBezTo>
                  <a:pt x="299" y="5093"/>
                  <a:pt x="285" y="5086"/>
                  <a:pt x="292" y="5066"/>
                </a:cubicBezTo>
                <a:cubicBezTo>
                  <a:pt x="345" y="5046"/>
                  <a:pt x="412" y="5000"/>
                  <a:pt x="485" y="5007"/>
                </a:cubicBezTo>
                <a:cubicBezTo>
                  <a:pt x="492" y="5007"/>
                  <a:pt x="512" y="5020"/>
                  <a:pt x="519" y="5020"/>
                </a:cubicBezTo>
                <a:cubicBezTo>
                  <a:pt x="594" y="5020"/>
                  <a:pt x="669" y="4985"/>
                  <a:pt x="761" y="4986"/>
                </a:cubicBezTo>
                <a:close/>
                <a:moveTo>
                  <a:pt x="6384" y="4985"/>
                </a:moveTo>
                <a:cubicBezTo>
                  <a:pt x="6405" y="4985"/>
                  <a:pt x="6395" y="5019"/>
                  <a:pt x="6413" y="5019"/>
                </a:cubicBezTo>
                <a:cubicBezTo>
                  <a:pt x="6407" y="5026"/>
                  <a:pt x="6373" y="5013"/>
                  <a:pt x="6380" y="4986"/>
                </a:cubicBezTo>
                <a:cubicBezTo>
                  <a:pt x="6382" y="4986"/>
                  <a:pt x="6383" y="4985"/>
                  <a:pt x="6384" y="4985"/>
                </a:cubicBezTo>
                <a:close/>
                <a:moveTo>
                  <a:pt x="6979" y="4966"/>
                </a:moveTo>
                <a:cubicBezTo>
                  <a:pt x="7023" y="4966"/>
                  <a:pt x="7068" y="4968"/>
                  <a:pt x="7115" y="4973"/>
                </a:cubicBezTo>
                <a:cubicBezTo>
                  <a:pt x="7121" y="4973"/>
                  <a:pt x="7121" y="4986"/>
                  <a:pt x="7121" y="4993"/>
                </a:cubicBezTo>
                <a:cubicBezTo>
                  <a:pt x="7139" y="4999"/>
                  <a:pt x="7156" y="5010"/>
                  <a:pt x="7183" y="5008"/>
                </a:cubicBezTo>
                <a:lnTo>
                  <a:pt x="7187" y="5007"/>
                </a:lnTo>
                <a:lnTo>
                  <a:pt x="7158" y="5012"/>
                </a:lnTo>
                <a:cubicBezTo>
                  <a:pt x="6975" y="5036"/>
                  <a:pt x="6829" y="5013"/>
                  <a:pt x="6648" y="5019"/>
                </a:cubicBezTo>
                <a:cubicBezTo>
                  <a:pt x="6641" y="4987"/>
                  <a:pt x="6587" y="5007"/>
                  <a:pt x="6574" y="4980"/>
                </a:cubicBezTo>
                <a:cubicBezTo>
                  <a:pt x="6719" y="4980"/>
                  <a:pt x="6846" y="4965"/>
                  <a:pt x="6979" y="4966"/>
                </a:cubicBezTo>
                <a:close/>
                <a:moveTo>
                  <a:pt x="2010" y="4958"/>
                </a:moveTo>
                <a:cubicBezTo>
                  <a:pt x="2021" y="4958"/>
                  <a:pt x="2023" y="4968"/>
                  <a:pt x="2034" y="4973"/>
                </a:cubicBezTo>
                <a:cubicBezTo>
                  <a:pt x="2027" y="4980"/>
                  <a:pt x="2014" y="4987"/>
                  <a:pt x="2000" y="4987"/>
                </a:cubicBezTo>
                <a:cubicBezTo>
                  <a:pt x="2000" y="4980"/>
                  <a:pt x="2007" y="4967"/>
                  <a:pt x="2000" y="4960"/>
                </a:cubicBezTo>
                <a:cubicBezTo>
                  <a:pt x="2004" y="4959"/>
                  <a:pt x="2007" y="4958"/>
                  <a:pt x="2010" y="4958"/>
                </a:cubicBezTo>
                <a:close/>
                <a:moveTo>
                  <a:pt x="7082" y="4933"/>
                </a:moveTo>
                <a:cubicBezTo>
                  <a:pt x="7102" y="4932"/>
                  <a:pt x="7126" y="4936"/>
                  <a:pt x="7135" y="4941"/>
                </a:cubicBezTo>
                <a:cubicBezTo>
                  <a:pt x="7108" y="4954"/>
                  <a:pt x="7081" y="4954"/>
                  <a:pt x="7055" y="4941"/>
                </a:cubicBezTo>
                <a:cubicBezTo>
                  <a:pt x="7060" y="4936"/>
                  <a:pt x="7070" y="4933"/>
                  <a:pt x="7082" y="4933"/>
                </a:cubicBezTo>
                <a:close/>
                <a:moveTo>
                  <a:pt x="7233" y="4929"/>
                </a:moveTo>
                <a:cubicBezTo>
                  <a:pt x="7284" y="4929"/>
                  <a:pt x="7339" y="4940"/>
                  <a:pt x="7368" y="4961"/>
                </a:cubicBezTo>
                <a:cubicBezTo>
                  <a:pt x="7295" y="4947"/>
                  <a:pt x="7221" y="4961"/>
                  <a:pt x="7155" y="4941"/>
                </a:cubicBezTo>
                <a:cubicBezTo>
                  <a:pt x="7175" y="4933"/>
                  <a:pt x="7203" y="4929"/>
                  <a:pt x="7233" y="4929"/>
                </a:cubicBezTo>
                <a:close/>
                <a:moveTo>
                  <a:pt x="3897" y="4907"/>
                </a:moveTo>
                <a:cubicBezTo>
                  <a:pt x="3897" y="4934"/>
                  <a:pt x="3890" y="4927"/>
                  <a:pt x="3897" y="4947"/>
                </a:cubicBezTo>
                <a:cubicBezTo>
                  <a:pt x="3930" y="4947"/>
                  <a:pt x="3977" y="4953"/>
                  <a:pt x="3970" y="4914"/>
                </a:cubicBezTo>
                <a:cubicBezTo>
                  <a:pt x="3957" y="4907"/>
                  <a:pt x="3923" y="4914"/>
                  <a:pt x="3897" y="4907"/>
                </a:cubicBezTo>
                <a:close/>
                <a:moveTo>
                  <a:pt x="2339" y="4894"/>
                </a:moveTo>
                <a:cubicBezTo>
                  <a:pt x="2423" y="4893"/>
                  <a:pt x="2512" y="4902"/>
                  <a:pt x="2594" y="4921"/>
                </a:cubicBezTo>
                <a:cubicBezTo>
                  <a:pt x="2561" y="4934"/>
                  <a:pt x="2514" y="4927"/>
                  <a:pt x="2474" y="4934"/>
                </a:cubicBezTo>
                <a:cubicBezTo>
                  <a:pt x="2508" y="4973"/>
                  <a:pt x="2608" y="4947"/>
                  <a:pt x="2641" y="4987"/>
                </a:cubicBezTo>
                <a:cubicBezTo>
                  <a:pt x="2661" y="4993"/>
                  <a:pt x="2648" y="4960"/>
                  <a:pt x="2661" y="4967"/>
                </a:cubicBezTo>
                <a:cubicBezTo>
                  <a:pt x="2675" y="4980"/>
                  <a:pt x="2668" y="4967"/>
                  <a:pt x="2701" y="4980"/>
                </a:cubicBezTo>
                <a:cubicBezTo>
                  <a:pt x="2675" y="5007"/>
                  <a:pt x="2735" y="4987"/>
                  <a:pt x="2768" y="4987"/>
                </a:cubicBezTo>
                <a:cubicBezTo>
                  <a:pt x="2721" y="5020"/>
                  <a:pt x="2648" y="4993"/>
                  <a:pt x="2574" y="4993"/>
                </a:cubicBezTo>
                <a:cubicBezTo>
                  <a:pt x="2461" y="5000"/>
                  <a:pt x="2274" y="5007"/>
                  <a:pt x="2154" y="4973"/>
                </a:cubicBezTo>
                <a:cubicBezTo>
                  <a:pt x="2187" y="4953"/>
                  <a:pt x="2187" y="4907"/>
                  <a:pt x="2254" y="4914"/>
                </a:cubicBezTo>
                <a:cubicBezTo>
                  <a:pt x="2254" y="4901"/>
                  <a:pt x="2227" y="4914"/>
                  <a:pt x="2227" y="4901"/>
                </a:cubicBezTo>
                <a:cubicBezTo>
                  <a:pt x="2263" y="4896"/>
                  <a:pt x="2300" y="4894"/>
                  <a:pt x="2339" y="4894"/>
                </a:cubicBezTo>
                <a:close/>
                <a:moveTo>
                  <a:pt x="7508" y="4867"/>
                </a:moveTo>
                <a:cubicBezTo>
                  <a:pt x="7495" y="4874"/>
                  <a:pt x="7495" y="4887"/>
                  <a:pt x="7488" y="4901"/>
                </a:cubicBezTo>
                <a:cubicBezTo>
                  <a:pt x="7495" y="4907"/>
                  <a:pt x="7495" y="4914"/>
                  <a:pt x="7508" y="4914"/>
                </a:cubicBezTo>
                <a:cubicBezTo>
                  <a:pt x="7542" y="4887"/>
                  <a:pt x="7602" y="4901"/>
                  <a:pt x="7622" y="4901"/>
                </a:cubicBezTo>
                <a:cubicBezTo>
                  <a:pt x="7622" y="4933"/>
                  <a:pt x="7529" y="4907"/>
                  <a:pt x="7542" y="4940"/>
                </a:cubicBezTo>
                <a:cubicBezTo>
                  <a:pt x="7482" y="4947"/>
                  <a:pt x="7442" y="4960"/>
                  <a:pt x="7395" y="4947"/>
                </a:cubicBezTo>
                <a:cubicBezTo>
                  <a:pt x="7442" y="4933"/>
                  <a:pt x="7495" y="4927"/>
                  <a:pt x="7488" y="4881"/>
                </a:cubicBezTo>
                <a:cubicBezTo>
                  <a:pt x="7475" y="4874"/>
                  <a:pt x="7428" y="4887"/>
                  <a:pt x="7408" y="4881"/>
                </a:cubicBezTo>
                <a:cubicBezTo>
                  <a:pt x="7435" y="4860"/>
                  <a:pt x="7462" y="4874"/>
                  <a:pt x="7508" y="4867"/>
                </a:cubicBezTo>
                <a:close/>
                <a:moveTo>
                  <a:pt x="6693" y="4851"/>
                </a:moveTo>
                <a:cubicBezTo>
                  <a:pt x="6668" y="4851"/>
                  <a:pt x="6642" y="4858"/>
                  <a:pt x="6621" y="4874"/>
                </a:cubicBezTo>
                <a:cubicBezTo>
                  <a:pt x="6661" y="4881"/>
                  <a:pt x="6714" y="4868"/>
                  <a:pt x="6728" y="4868"/>
                </a:cubicBezTo>
                <a:cubicBezTo>
                  <a:pt x="6721" y="4868"/>
                  <a:pt x="6721" y="4874"/>
                  <a:pt x="6734" y="4874"/>
                </a:cubicBezTo>
                <a:cubicBezTo>
                  <a:pt x="6734" y="4874"/>
                  <a:pt x="6734" y="4874"/>
                  <a:pt x="6734" y="4854"/>
                </a:cubicBezTo>
                <a:cubicBezTo>
                  <a:pt x="6722" y="4852"/>
                  <a:pt x="6707" y="4850"/>
                  <a:pt x="6693" y="4851"/>
                </a:cubicBezTo>
                <a:close/>
                <a:moveTo>
                  <a:pt x="6779" y="4849"/>
                </a:moveTo>
                <a:cubicBezTo>
                  <a:pt x="6764" y="4849"/>
                  <a:pt x="6748" y="4857"/>
                  <a:pt x="6741" y="4868"/>
                </a:cubicBezTo>
                <a:cubicBezTo>
                  <a:pt x="6761" y="4868"/>
                  <a:pt x="6801" y="4888"/>
                  <a:pt x="6808" y="4861"/>
                </a:cubicBezTo>
                <a:cubicBezTo>
                  <a:pt x="6802" y="4852"/>
                  <a:pt x="6791" y="4849"/>
                  <a:pt x="6779" y="4849"/>
                </a:cubicBezTo>
                <a:close/>
                <a:moveTo>
                  <a:pt x="7170" y="4841"/>
                </a:moveTo>
                <a:cubicBezTo>
                  <a:pt x="7181" y="4841"/>
                  <a:pt x="7195" y="4844"/>
                  <a:pt x="7201" y="4848"/>
                </a:cubicBezTo>
                <a:cubicBezTo>
                  <a:pt x="7195" y="4861"/>
                  <a:pt x="7161" y="4854"/>
                  <a:pt x="7148" y="4854"/>
                </a:cubicBezTo>
                <a:cubicBezTo>
                  <a:pt x="7148" y="4844"/>
                  <a:pt x="7158" y="4841"/>
                  <a:pt x="7170" y="4841"/>
                </a:cubicBezTo>
                <a:close/>
                <a:moveTo>
                  <a:pt x="7061" y="4841"/>
                </a:moveTo>
                <a:cubicBezTo>
                  <a:pt x="7115" y="4848"/>
                  <a:pt x="7128" y="4861"/>
                  <a:pt x="7041" y="4854"/>
                </a:cubicBezTo>
                <a:cubicBezTo>
                  <a:pt x="7041" y="4848"/>
                  <a:pt x="7061" y="4854"/>
                  <a:pt x="7061" y="4841"/>
                </a:cubicBezTo>
                <a:close/>
                <a:moveTo>
                  <a:pt x="3803" y="4837"/>
                </a:moveTo>
                <a:cubicBezTo>
                  <a:pt x="3794" y="4837"/>
                  <a:pt x="3786" y="4842"/>
                  <a:pt x="3783" y="4854"/>
                </a:cubicBezTo>
                <a:cubicBezTo>
                  <a:pt x="3736" y="4854"/>
                  <a:pt x="3630" y="4828"/>
                  <a:pt x="3610" y="4874"/>
                </a:cubicBezTo>
                <a:cubicBezTo>
                  <a:pt x="3703" y="4874"/>
                  <a:pt x="3776" y="4907"/>
                  <a:pt x="3843" y="4868"/>
                </a:cubicBezTo>
                <a:cubicBezTo>
                  <a:pt x="3839" y="4851"/>
                  <a:pt x="3819" y="4837"/>
                  <a:pt x="3803" y="4837"/>
                </a:cubicBezTo>
                <a:close/>
                <a:moveTo>
                  <a:pt x="3254" y="4823"/>
                </a:moveTo>
                <a:cubicBezTo>
                  <a:pt x="3230" y="4823"/>
                  <a:pt x="3206" y="4829"/>
                  <a:pt x="3195" y="4848"/>
                </a:cubicBezTo>
                <a:cubicBezTo>
                  <a:pt x="3228" y="4854"/>
                  <a:pt x="3289" y="4868"/>
                  <a:pt x="3302" y="4834"/>
                </a:cubicBezTo>
                <a:cubicBezTo>
                  <a:pt x="3290" y="4829"/>
                  <a:pt x="3272" y="4824"/>
                  <a:pt x="3254" y="4823"/>
                </a:cubicBezTo>
                <a:close/>
                <a:moveTo>
                  <a:pt x="7318" y="4818"/>
                </a:moveTo>
                <a:cubicBezTo>
                  <a:pt x="7324" y="4818"/>
                  <a:pt x="7331" y="4821"/>
                  <a:pt x="7335" y="4821"/>
                </a:cubicBezTo>
                <a:cubicBezTo>
                  <a:pt x="7348" y="4834"/>
                  <a:pt x="7308" y="4834"/>
                  <a:pt x="7328" y="4841"/>
                </a:cubicBezTo>
                <a:cubicBezTo>
                  <a:pt x="7328" y="4848"/>
                  <a:pt x="7322" y="4848"/>
                  <a:pt x="7322" y="4841"/>
                </a:cubicBezTo>
                <a:cubicBezTo>
                  <a:pt x="7315" y="4854"/>
                  <a:pt x="7308" y="4834"/>
                  <a:pt x="7302" y="4848"/>
                </a:cubicBezTo>
                <a:cubicBezTo>
                  <a:pt x="7282" y="4841"/>
                  <a:pt x="7328" y="4828"/>
                  <a:pt x="7308" y="4821"/>
                </a:cubicBezTo>
                <a:cubicBezTo>
                  <a:pt x="7311" y="4819"/>
                  <a:pt x="7314" y="4818"/>
                  <a:pt x="7318" y="4818"/>
                </a:cubicBezTo>
                <a:close/>
                <a:moveTo>
                  <a:pt x="1326" y="4808"/>
                </a:moveTo>
                <a:cubicBezTo>
                  <a:pt x="1346" y="4834"/>
                  <a:pt x="1312" y="4828"/>
                  <a:pt x="1319" y="4861"/>
                </a:cubicBezTo>
                <a:cubicBezTo>
                  <a:pt x="1339" y="4834"/>
                  <a:pt x="1366" y="4861"/>
                  <a:pt x="1392" y="4834"/>
                </a:cubicBezTo>
                <a:cubicBezTo>
                  <a:pt x="1386" y="4834"/>
                  <a:pt x="1386" y="4834"/>
                  <a:pt x="1386" y="4821"/>
                </a:cubicBezTo>
                <a:cubicBezTo>
                  <a:pt x="1352" y="4828"/>
                  <a:pt x="1339" y="4821"/>
                  <a:pt x="1326" y="4808"/>
                </a:cubicBezTo>
                <a:close/>
                <a:moveTo>
                  <a:pt x="1793" y="4802"/>
                </a:moveTo>
                <a:cubicBezTo>
                  <a:pt x="1940" y="4834"/>
                  <a:pt x="2067" y="4795"/>
                  <a:pt x="2193" y="4841"/>
                </a:cubicBezTo>
                <a:cubicBezTo>
                  <a:pt x="2060" y="4841"/>
                  <a:pt x="1913" y="4834"/>
                  <a:pt x="1813" y="4821"/>
                </a:cubicBezTo>
                <a:cubicBezTo>
                  <a:pt x="1813" y="4814"/>
                  <a:pt x="1786" y="4821"/>
                  <a:pt x="1793" y="4802"/>
                </a:cubicBezTo>
                <a:close/>
                <a:moveTo>
                  <a:pt x="5732" y="4796"/>
                </a:moveTo>
                <a:cubicBezTo>
                  <a:pt x="5752" y="4796"/>
                  <a:pt x="5771" y="4801"/>
                  <a:pt x="5786" y="4821"/>
                </a:cubicBezTo>
                <a:cubicBezTo>
                  <a:pt x="5766" y="4828"/>
                  <a:pt x="5759" y="4814"/>
                  <a:pt x="5733" y="4821"/>
                </a:cubicBezTo>
                <a:cubicBezTo>
                  <a:pt x="5739" y="4828"/>
                  <a:pt x="5759" y="4854"/>
                  <a:pt x="5726" y="4854"/>
                </a:cubicBezTo>
                <a:cubicBezTo>
                  <a:pt x="5719" y="4848"/>
                  <a:pt x="5726" y="4821"/>
                  <a:pt x="5713" y="4821"/>
                </a:cubicBezTo>
                <a:cubicBezTo>
                  <a:pt x="5699" y="4828"/>
                  <a:pt x="5706" y="4854"/>
                  <a:pt x="5679" y="4848"/>
                </a:cubicBezTo>
                <a:cubicBezTo>
                  <a:pt x="5672" y="4821"/>
                  <a:pt x="5659" y="4854"/>
                  <a:pt x="5659" y="4854"/>
                </a:cubicBezTo>
                <a:cubicBezTo>
                  <a:pt x="5646" y="4861"/>
                  <a:pt x="5652" y="4841"/>
                  <a:pt x="5639" y="4841"/>
                </a:cubicBezTo>
                <a:cubicBezTo>
                  <a:pt x="5646" y="4834"/>
                  <a:pt x="5652" y="4828"/>
                  <a:pt x="5666" y="4828"/>
                </a:cubicBezTo>
                <a:cubicBezTo>
                  <a:pt x="5652" y="4821"/>
                  <a:pt x="5659" y="4814"/>
                  <a:pt x="5666" y="4801"/>
                </a:cubicBezTo>
                <a:cubicBezTo>
                  <a:pt x="5681" y="4805"/>
                  <a:pt x="5706" y="4796"/>
                  <a:pt x="5732" y="4796"/>
                </a:cubicBezTo>
                <a:close/>
                <a:moveTo>
                  <a:pt x="5245" y="4788"/>
                </a:moveTo>
                <a:cubicBezTo>
                  <a:pt x="5245" y="4802"/>
                  <a:pt x="5245" y="4808"/>
                  <a:pt x="5252" y="4815"/>
                </a:cubicBezTo>
                <a:cubicBezTo>
                  <a:pt x="5265" y="4815"/>
                  <a:pt x="5279" y="4808"/>
                  <a:pt x="5272" y="4795"/>
                </a:cubicBezTo>
                <a:cubicBezTo>
                  <a:pt x="5265" y="4788"/>
                  <a:pt x="5259" y="4788"/>
                  <a:pt x="5245" y="4788"/>
                </a:cubicBezTo>
                <a:close/>
                <a:moveTo>
                  <a:pt x="1139" y="4788"/>
                </a:moveTo>
                <a:cubicBezTo>
                  <a:pt x="1159" y="4821"/>
                  <a:pt x="1126" y="4801"/>
                  <a:pt x="1139" y="4834"/>
                </a:cubicBezTo>
                <a:cubicBezTo>
                  <a:pt x="1172" y="4841"/>
                  <a:pt x="1186" y="4841"/>
                  <a:pt x="1219" y="4828"/>
                </a:cubicBezTo>
                <a:cubicBezTo>
                  <a:pt x="1219" y="4775"/>
                  <a:pt x="1172" y="4802"/>
                  <a:pt x="1139" y="4788"/>
                </a:cubicBezTo>
                <a:close/>
                <a:moveTo>
                  <a:pt x="1005" y="4787"/>
                </a:moveTo>
                <a:cubicBezTo>
                  <a:pt x="979" y="4786"/>
                  <a:pt x="953" y="4793"/>
                  <a:pt x="945" y="4808"/>
                </a:cubicBezTo>
                <a:cubicBezTo>
                  <a:pt x="979" y="4814"/>
                  <a:pt x="1019" y="4821"/>
                  <a:pt x="1045" y="4821"/>
                </a:cubicBezTo>
                <a:cubicBezTo>
                  <a:pt x="1045" y="4808"/>
                  <a:pt x="1052" y="4802"/>
                  <a:pt x="1052" y="4801"/>
                </a:cubicBezTo>
                <a:cubicBezTo>
                  <a:pt x="1043" y="4792"/>
                  <a:pt x="1024" y="4787"/>
                  <a:pt x="1005" y="4787"/>
                </a:cubicBezTo>
                <a:close/>
                <a:moveTo>
                  <a:pt x="1212" y="4768"/>
                </a:moveTo>
                <a:cubicBezTo>
                  <a:pt x="1206" y="4788"/>
                  <a:pt x="1246" y="4782"/>
                  <a:pt x="1246" y="4775"/>
                </a:cubicBezTo>
                <a:cubicBezTo>
                  <a:pt x="1239" y="4768"/>
                  <a:pt x="1226" y="4768"/>
                  <a:pt x="1212" y="4768"/>
                </a:cubicBezTo>
                <a:close/>
                <a:moveTo>
                  <a:pt x="2727" y="4757"/>
                </a:moveTo>
                <a:cubicBezTo>
                  <a:pt x="2713" y="4757"/>
                  <a:pt x="2699" y="4760"/>
                  <a:pt x="2695" y="4768"/>
                </a:cubicBezTo>
                <a:cubicBezTo>
                  <a:pt x="2721" y="4762"/>
                  <a:pt x="2741" y="4788"/>
                  <a:pt x="2748" y="4762"/>
                </a:cubicBezTo>
                <a:cubicBezTo>
                  <a:pt x="2743" y="4759"/>
                  <a:pt x="2735" y="4758"/>
                  <a:pt x="2727" y="4757"/>
                </a:cubicBezTo>
                <a:close/>
                <a:moveTo>
                  <a:pt x="7020" y="4756"/>
                </a:moveTo>
                <a:cubicBezTo>
                  <a:pt x="7031" y="4757"/>
                  <a:pt x="7041" y="4764"/>
                  <a:pt x="7041" y="4775"/>
                </a:cubicBezTo>
                <a:cubicBezTo>
                  <a:pt x="7021" y="4768"/>
                  <a:pt x="7021" y="4782"/>
                  <a:pt x="7001" y="4768"/>
                </a:cubicBezTo>
                <a:cubicBezTo>
                  <a:pt x="7004" y="4759"/>
                  <a:pt x="7012" y="4756"/>
                  <a:pt x="7020" y="4756"/>
                </a:cubicBezTo>
                <a:close/>
                <a:moveTo>
                  <a:pt x="3005" y="4754"/>
                </a:moveTo>
                <a:cubicBezTo>
                  <a:pt x="2979" y="4754"/>
                  <a:pt x="2956" y="4760"/>
                  <a:pt x="2935" y="4768"/>
                </a:cubicBezTo>
                <a:cubicBezTo>
                  <a:pt x="2962" y="4775"/>
                  <a:pt x="3028" y="4802"/>
                  <a:pt x="3055" y="4762"/>
                </a:cubicBezTo>
                <a:cubicBezTo>
                  <a:pt x="3037" y="4757"/>
                  <a:pt x="3021" y="4754"/>
                  <a:pt x="3005" y="4754"/>
                </a:cubicBezTo>
                <a:close/>
                <a:moveTo>
                  <a:pt x="2761" y="4748"/>
                </a:moveTo>
                <a:cubicBezTo>
                  <a:pt x="2748" y="4788"/>
                  <a:pt x="2828" y="4782"/>
                  <a:pt x="2835" y="4762"/>
                </a:cubicBezTo>
                <a:cubicBezTo>
                  <a:pt x="2801" y="4762"/>
                  <a:pt x="2788" y="4762"/>
                  <a:pt x="2761" y="4748"/>
                </a:cubicBezTo>
                <a:close/>
                <a:moveTo>
                  <a:pt x="2158" y="4724"/>
                </a:moveTo>
                <a:cubicBezTo>
                  <a:pt x="2126" y="4724"/>
                  <a:pt x="2095" y="4727"/>
                  <a:pt x="2067" y="4735"/>
                </a:cubicBezTo>
                <a:cubicBezTo>
                  <a:pt x="2081" y="4748"/>
                  <a:pt x="2054" y="4742"/>
                  <a:pt x="2047" y="4742"/>
                </a:cubicBezTo>
                <a:cubicBezTo>
                  <a:pt x="2061" y="4762"/>
                  <a:pt x="2127" y="4775"/>
                  <a:pt x="2147" y="4755"/>
                </a:cubicBezTo>
                <a:cubicBezTo>
                  <a:pt x="2174" y="4788"/>
                  <a:pt x="2254" y="4768"/>
                  <a:pt x="2301" y="4755"/>
                </a:cubicBezTo>
                <a:cubicBezTo>
                  <a:pt x="2263" y="4734"/>
                  <a:pt x="2210" y="4724"/>
                  <a:pt x="2158" y="4724"/>
                </a:cubicBezTo>
                <a:close/>
                <a:moveTo>
                  <a:pt x="1946" y="4722"/>
                </a:moveTo>
                <a:cubicBezTo>
                  <a:pt x="1960" y="4742"/>
                  <a:pt x="1933" y="4735"/>
                  <a:pt x="1933" y="4748"/>
                </a:cubicBezTo>
                <a:lnTo>
                  <a:pt x="1993" y="4748"/>
                </a:lnTo>
                <a:cubicBezTo>
                  <a:pt x="1993" y="4735"/>
                  <a:pt x="1980" y="4728"/>
                  <a:pt x="1980" y="4722"/>
                </a:cubicBezTo>
                <a:cubicBezTo>
                  <a:pt x="1966" y="4722"/>
                  <a:pt x="1960" y="4722"/>
                  <a:pt x="1946" y="4722"/>
                </a:cubicBezTo>
                <a:close/>
                <a:moveTo>
                  <a:pt x="1862" y="4718"/>
                </a:moveTo>
                <a:cubicBezTo>
                  <a:pt x="1843" y="4717"/>
                  <a:pt x="1826" y="4722"/>
                  <a:pt x="1826" y="4742"/>
                </a:cubicBezTo>
                <a:cubicBezTo>
                  <a:pt x="1860" y="4729"/>
                  <a:pt x="1900" y="4762"/>
                  <a:pt x="1913" y="4728"/>
                </a:cubicBezTo>
                <a:cubicBezTo>
                  <a:pt x="1903" y="4725"/>
                  <a:pt x="1881" y="4718"/>
                  <a:pt x="1862" y="4718"/>
                </a:cubicBezTo>
                <a:close/>
                <a:moveTo>
                  <a:pt x="1539" y="4700"/>
                </a:moveTo>
                <a:cubicBezTo>
                  <a:pt x="1498" y="4700"/>
                  <a:pt x="1459" y="4705"/>
                  <a:pt x="1426" y="4715"/>
                </a:cubicBezTo>
                <a:cubicBezTo>
                  <a:pt x="1473" y="4715"/>
                  <a:pt x="1533" y="4756"/>
                  <a:pt x="1573" y="4722"/>
                </a:cubicBezTo>
                <a:cubicBezTo>
                  <a:pt x="1653" y="4722"/>
                  <a:pt x="1740" y="4755"/>
                  <a:pt x="1793" y="4729"/>
                </a:cubicBezTo>
                <a:cubicBezTo>
                  <a:pt x="1729" y="4715"/>
                  <a:pt x="1630" y="4698"/>
                  <a:pt x="1539" y="4700"/>
                </a:cubicBezTo>
                <a:close/>
                <a:moveTo>
                  <a:pt x="6507" y="4695"/>
                </a:moveTo>
                <a:cubicBezTo>
                  <a:pt x="6500" y="4702"/>
                  <a:pt x="6487" y="4715"/>
                  <a:pt x="6473" y="4722"/>
                </a:cubicBezTo>
                <a:cubicBezTo>
                  <a:pt x="6440" y="4715"/>
                  <a:pt x="6427" y="4715"/>
                  <a:pt x="6387" y="4715"/>
                </a:cubicBezTo>
                <a:cubicBezTo>
                  <a:pt x="6420" y="4675"/>
                  <a:pt x="6460" y="4722"/>
                  <a:pt x="6507" y="4695"/>
                </a:cubicBezTo>
                <a:close/>
                <a:moveTo>
                  <a:pt x="5906" y="4590"/>
                </a:moveTo>
                <a:cubicBezTo>
                  <a:pt x="5913" y="4603"/>
                  <a:pt x="5939" y="4623"/>
                  <a:pt x="5953" y="4610"/>
                </a:cubicBezTo>
                <a:cubicBezTo>
                  <a:pt x="5946" y="4610"/>
                  <a:pt x="5939" y="4603"/>
                  <a:pt x="5939" y="4590"/>
                </a:cubicBezTo>
                <a:cubicBezTo>
                  <a:pt x="5919" y="4590"/>
                  <a:pt x="5926" y="4597"/>
                  <a:pt x="5906" y="4590"/>
                </a:cubicBezTo>
                <a:close/>
                <a:moveTo>
                  <a:pt x="5899" y="4583"/>
                </a:moveTo>
                <a:cubicBezTo>
                  <a:pt x="5886" y="4590"/>
                  <a:pt x="5853" y="4577"/>
                  <a:pt x="5846" y="4590"/>
                </a:cubicBezTo>
                <a:cubicBezTo>
                  <a:pt x="5853" y="4597"/>
                  <a:pt x="5899" y="4609"/>
                  <a:pt x="5899" y="4583"/>
                </a:cubicBezTo>
                <a:close/>
                <a:moveTo>
                  <a:pt x="5439" y="4583"/>
                </a:moveTo>
                <a:cubicBezTo>
                  <a:pt x="5426" y="4603"/>
                  <a:pt x="5406" y="4609"/>
                  <a:pt x="5379" y="4603"/>
                </a:cubicBezTo>
                <a:cubicBezTo>
                  <a:pt x="5385" y="4583"/>
                  <a:pt x="5412" y="4583"/>
                  <a:pt x="5439" y="4583"/>
                </a:cubicBezTo>
                <a:close/>
                <a:moveTo>
                  <a:pt x="6401" y="4568"/>
                </a:moveTo>
                <a:cubicBezTo>
                  <a:pt x="6399" y="4568"/>
                  <a:pt x="6397" y="4568"/>
                  <a:pt x="6393" y="4570"/>
                </a:cubicBezTo>
                <a:cubicBezTo>
                  <a:pt x="6393" y="4583"/>
                  <a:pt x="6380" y="4589"/>
                  <a:pt x="6373" y="4609"/>
                </a:cubicBezTo>
                <a:cubicBezTo>
                  <a:pt x="6380" y="4609"/>
                  <a:pt x="6380" y="4623"/>
                  <a:pt x="6387" y="4623"/>
                </a:cubicBezTo>
                <a:cubicBezTo>
                  <a:pt x="6380" y="4609"/>
                  <a:pt x="6393" y="4609"/>
                  <a:pt x="6393" y="4603"/>
                </a:cubicBezTo>
                <a:cubicBezTo>
                  <a:pt x="6380" y="4583"/>
                  <a:pt x="6413" y="4583"/>
                  <a:pt x="6420" y="4577"/>
                </a:cubicBezTo>
                <a:cubicBezTo>
                  <a:pt x="6410" y="4577"/>
                  <a:pt x="6407" y="4569"/>
                  <a:pt x="6401" y="4568"/>
                </a:cubicBezTo>
                <a:close/>
                <a:moveTo>
                  <a:pt x="7689" y="4536"/>
                </a:moveTo>
                <a:cubicBezTo>
                  <a:pt x="7669" y="4543"/>
                  <a:pt x="7669" y="4536"/>
                  <a:pt x="7635" y="4543"/>
                </a:cubicBezTo>
                <a:cubicBezTo>
                  <a:pt x="7642" y="4570"/>
                  <a:pt x="7689" y="4563"/>
                  <a:pt x="7689" y="4536"/>
                </a:cubicBezTo>
                <a:close/>
                <a:moveTo>
                  <a:pt x="6389" y="4532"/>
                </a:moveTo>
                <a:cubicBezTo>
                  <a:pt x="6385" y="4531"/>
                  <a:pt x="6382" y="4541"/>
                  <a:pt x="6367" y="4536"/>
                </a:cubicBezTo>
                <a:cubicBezTo>
                  <a:pt x="6367" y="4550"/>
                  <a:pt x="6353" y="4563"/>
                  <a:pt x="6373" y="4570"/>
                </a:cubicBezTo>
                <a:cubicBezTo>
                  <a:pt x="6373" y="4550"/>
                  <a:pt x="6373" y="4543"/>
                  <a:pt x="6393" y="4536"/>
                </a:cubicBezTo>
                <a:cubicBezTo>
                  <a:pt x="6392" y="4533"/>
                  <a:pt x="6390" y="4532"/>
                  <a:pt x="6389" y="4532"/>
                </a:cubicBezTo>
                <a:close/>
                <a:moveTo>
                  <a:pt x="6300" y="4523"/>
                </a:moveTo>
                <a:cubicBezTo>
                  <a:pt x="6293" y="4523"/>
                  <a:pt x="6280" y="4523"/>
                  <a:pt x="6280" y="4530"/>
                </a:cubicBezTo>
                <a:cubicBezTo>
                  <a:pt x="6293" y="4557"/>
                  <a:pt x="6260" y="4536"/>
                  <a:pt x="6253" y="4543"/>
                </a:cubicBezTo>
                <a:cubicBezTo>
                  <a:pt x="6260" y="4543"/>
                  <a:pt x="6260" y="4550"/>
                  <a:pt x="6253" y="4557"/>
                </a:cubicBezTo>
                <a:cubicBezTo>
                  <a:pt x="6273" y="4563"/>
                  <a:pt x="6280" y="4563"/>
                  <a:pt x="6307" y="4563"/>
                </a:cubicBezTo>
                <a:cubicBezTo>
                  <a:pt x="6307" y="4543"/>
                  <a:pt x="6293" y="4543"/>
                  <a:pt x="6300" y="4523"/>
                </a:cubicBezTo>
                <a:close/>
                <a:moveTo>
                  <a:pt x="5131" y="4512"/>
                </a:moveTo>
                <a:cubicBezTo>
                  <a:pt x="5126" y="4512"/>
                  <a:pt x="5122" y="4514"/>
                  <a:pt x="5119" y="4517"/>
                </a:cubicBezTo>
                <a:cubicBezTo>
                  <a:pt x="5132" y="4536"/>
                  <a:pt x="5165" y="4530"/>
                  <a:pt x="5185" y="4517"/>
                </a:cubicBezTo>
                <a:cubicBezTo>
                  <a:pt x="5165" y="4522"/>
                  <a:pt x="5145" y="4512"/>
                  <a:pt x="5131" y="4512"/>
                </a:cubicBezTo>
                <a:close/>
                <a:moveTo>
                  <a:pt x="4570" y="4481"/>
                </a:moveTo>
                <a:cubicBezTo>
                  <a:pt x="4564" y="4481"/>
                  <a:pt x="4557" y="4486"/>
                  <a:pt x="4557" y="4497"/>
                </a:cubicBezTo>
                <a:cubicBezTo>
                  <a:pt x="4564" y="4504"/>
                  <a:pt x="4584" y="4497"/>
                  <a:pt x="4584" y="4490"/>
                </a:cubicBezTo>
                <a:cubicBezTo>
                  <a:pt x="4581" y="4485"/>
                  <a:pt x="4576" y="4481"/>
                  <a:pt x="4570" y="4481"/>
                </a:cubicBezTo>
                <a:close/>
                <a:moveTo>
                  <a:pt x="3181" y="4479"/>
                </a:moveTo>
                <a:cubicBezTo>
                  <a:pt x="3178" y="4479"/>
                  <a:pt x="3173" y="4480"/>
                  <a:pt x="3168" y="4484"/>
                </a:cubicBezTo>
                <a:cubicBezTo>
                  <a:pt x="3175" y="4484"/>
                  <a:pt x="3175" y="4497"/>
                  <a:pt x="3175" y="4504"/>
                </a:cubicBezTo>
                <a:cubicBezTo>
                  <a:pt x="3168" y="4504"/>
                  <a:pt x="3162" y="4510"/>
                  <a:pt x="3162" y="4517"/>
                </a:cubicBezTo>
                <a:cubicBezTo>
                  <a:pt x="3162" y="4517"/>
                  <a:pt x="3162" y="4517"/>
                  <a:pt x="3188" y="4517"/>
                </a:cubicBezTo>
                <a:cubicBezTo>
                  <a:pt x="3194" y="4512"/>
                  <a:pt x="3195" y="4480"/>
                  <a:pt x="3181" y="4479"/>
                </a:cubicBezTo>
                <a:close/>
                <a:moveTo>
                  <a:pt x="3300" y="4449"/>
                </a:moveTo>
                <a:cubicBezTo>
                  <a:pt x="3277" y="4449"/>
                  <a:pt x="3262" y="4454"/>
                  <a:pt x="3262" y="4477"/>
                </a:cubicBezTo>
                <a:cubicBezTo>
                  <a:pt x="3302" y="4470"/>
                  <a:pt x="3355" y="4484"/>
                  <a:pt x="3389" y="4450"/>
                </a:cubicBezTo>
                <a:cubicBezTo>
                  <a:pt x="3355" y="4454"/>
                  <a:pt x="3324" y="4449"/>
                  <a:pt x="3300" y="4449"/>
                </a:cubicBezTo>
                <a:close/>
                <a:moveTo>
                  <a:pt x="2820" y="4440"/>
                </a:moveTo>
                <a:cubicBezTo>
                  <a:pt x="2799" y="4439"/>
                  <a:pt x="2779" y="4447"/>
                  <a:pt x="2761" y="4470"/>
                </a:cubicBezTo>
                <a:cubicBezTo>
                  <a:pt x="2795" y="4497"/>
                  <a:pt x="2855" y="4484"/>
                  <a:pt x="2895" y="4490"/>
                </a:cubicBezTo>
                <a:cubicBezTo>
                  <a:pt x="2915" y="4530"/>
                  <a:pt x="2982" y="4550"/>
                  <a:pt x="3028" y="4516"/>
                </a:cubicBezTo>
                <a:cubicBezTo>
                  <a:pt x="3015" y="4484"/>
                  <a:pt x="2968" y="4477"/>
                  <a:pt x="2962" y="4457"/>
                </a:cubicBezTo>
                <a:cubicBezTo>
                  <a:pt x="2942" y="4464"/>
                  <a:pt x="2928" y="4477"/>
                  <a:pt x="2908" y="4477"/>
                </a:cubicBezTo>
                <a:cubicBezTo>
                  <a:pt x="2878" y="4458"/>
                  <a:pt x="2848" y="4442"/>
                  <a:pt x="2820" y="4440"/>
                </a:cubicBezTo>
                <a:close/>
                <a:moveTo>
                  <a:pt x="4871" y="4437"/>
                </a:moveTo>
                <a:cubicBezTo>
                  <a:pt x="4871" y="4450"/>
                  <a:pt x="4871" y="4464"/>
                  <a:pt x="4878" y="4470"/>
                </a:cubicBezTo>
                <a:cubicBezTo>
                  <a:pt x="4884" y="4458"/>
                  <a:pt x="4904" y="4464"/>
                  <a:pt x="4898" y="4444"/>
                </a:cubicBezTo>
                <a:cubicBezTo>
                  <a:pt x="4891" y="4437"/>
                  <a:pt x="4884" y="4437"/>
                  <a:pt x="4871" y="4437"/>
                </a:cubicBezTo>
                <a:close/>
                <a:moveTo>
                  <a:pt x="3743" y="4418"/>
                </a:moveTo>
                <a:cubicBezTo>
                  <a:pt x="3750" y="4444"/>
                  <a:pt x="3716" y="4424"/>
                  <a:pt x="3723" y="4438"/>
                </a:cubicBezTo>
                <a:cubicBezTo>
                  <a:pt x="3743" y="4438"/>
                  <a:pt x="3770" y="4458"/>
                  <a:pt x="3776" y="4431"/>
                </a:cubicBezTo>
                <a:cubicBezTo>
                  <a:pt x="3756" y="4431"/>
                  <a:pt x="3756" y="4418"/>
                  <a:pt x="3743" y="4418"/>
                </a:cubicBezTo>
                <a:close/>
                <a:moveTo>
                  <a:pt x="966" y="4405"/>
                </a:moveTo>
                <a:cubicBezTo>
                  <a:pt x="960" y="4405"/>
                  <a:pt x="953" y="4407"/>
                  <a:pt x="945" y="4410"/>
                </a:cubicBezTo>
                <a:cubicBezTo>
                  <a:pt x="945" y="4444"/>
                  <a:pt x="1005" y="4417"/>
                  <a:pt x="1019" y="4430"/>
                </a:cubicBezTo>
                <a:cubicBezTo>
                  <a:pt x="1019" y="4457"/>
                  <a:pt x="985" y="4437"/>
                  <a:pt x="992" y="4457"/>
                </a:cubicBezTo>
                <a:cubicBezTo>
                  <a:pt x="1019" y="4457"/>
                  <a:pt x="1019" y="4470"/>
                  <a:pt x="1032" y="4484"/>
                </a:cubicBezTo>
                <a:cubicBezTo>
                  <a:pt x="1032" y="4458"/>
                  <a:pt x="1045" y="4451"/>
                  <a:pt x="1059" y="4444"/>
                </a:cubicBezTo>
                <a:cubicBezTo>
                  <a:pt x="1045" y="4437"/>
                  <a:pt x="1025" y="4437"/>
                  <a:pt x="1032" y="4410"/>
                </a:cubicBezTo>
                <a:cubicBezTo>
                  <a:pt x="1010" y="4427"/>
                  <a:pt x="993" y="4403"/>
                  <a:pt x="966" y="4405"/>
                </a:cubicBezTo>
                <a:close/>
                <a:moveTo>
                  <a:pt x="7995" y="4396"/>
                </a:moveTo>
                <a:cubicBezTo>
                  <a:pt x="7998" y="4396"/>
                  <a:pt x="7982" y="4406"/>
                  <a:pt x="7982" y="4411"/>
                </a:cubicBezTo>
                <a:cubicBezTo>
                  <a:pt x="7989" y="4418"/>
                  <a:pt x="7982" y="4418"/>
                  <a:pt x="7982" y="4418"/>
                </a:cubicBezTo>
                <a:cubicBezTo>
                  <a:pt x="7982" y="4418"/>
                  <a:pt x="7982" y="4418"/>
                  <a:pt x="7969" y="4418"/>
                </a:cubicBezTo>
                <a:cubicBezTo>
                  <a:pt x="7962" y="4411"/>
                  <a:pt x="7989" y="4404"/>
                  <a:pt x="7976" y="4404"/>
                </a:cubicBezTo>
                <a:cubicBezTo>
                  <a:pt x="7988" y="4398"/>
                  <a:pt x="7994" y="4396"/>
                  <a:pt x="7995" y="4396"/>
                </a:cubicBezTo>
                <a:close/>
                <a:moveTo>
                  <a:pt x="7936" y="4385"/>
                </a:moveTo>
                <a:cubicBezTo>
                  <a:pt x="7929" y="4398"/>
                  <a:pt x="7929" y="4411"/>
                  <a:pt x="7902" y="4412"/>
                </a:cubicBezTo>
                <a:cubicBezTo>
                  <a:pt x="7902" y="4391"/>
                  <a:pt x="7916" y="4385"/>
                  <a:pt x="7936" y="4385"/>
                </a:cubicBezTo>
                <a:close/>
                <a:moveTo>
                  <a:pt x="1166" y="4331"/>
                </a:moveTo>
                <a:cubicBezTo>
                  <a:pt x="1159" y="4338"/>
                  <a:pt x="1105" y="4338"/>
                  <a:pt x="1092" y="4345"/>
                </a:cubicBezTo>
                <a:cubicBezTo>
                  <a:pt x="1146" y="4391"/>
                  <a:pt x="1266" y="4398"/>
                  <a:pt x="1366" y="4404"/>
                </a:cubicBezTo>
                <a:cubicBezTo>
                  <a:pt x="1426" y="4404"/>
                  <a:pt x="1486" y="4398"/>
                  <a:pt x="1539" y="4391"/>
                </a:cubicBezTo>
                <a:cubicBezTo>
                  <a:pt x="1439" y="4338"/>
                  <a:pt x="1292" y="4358"/>
                  <a:pt x="1166" y="4331"/>
                </a:cubicBezTo>
                <a:close/>
                <a:moveTo>
                  <a:pt x="244" y="4325"/>
                </a:moveTo>
                <a:cubicBezTo>
                  <a:pt x="277" y="4345"/>
                  <a:pt x="391" y="4312"/>
                  <a:pt x="417" y="4351"/>
                </a:cubicBezTo>
                <a:cubicBezTo>
                  <a:pt x="391" y="4365"/>
                  <a:pt x="364" y="4351"/>
                  <a:pt x="324" y="4365"/>
                </a:cubicBezTo>
                <a:cubicBezTo>
                  <a:pt x="324" y="4398"/>
                  <a:pt x="357" y="4398"/>
                  <a:pt x="397" y="4398"/>
                </a:cubicBezTo>
                <a:cubicBezTo>
                  <a:pt x="391" y="4405"/>
                  <a:pt x="377" y="4405"/>
                  <a:pt x="384" y="4425"/>
                </a:cubicBezTo>
                <a:cubicBezTo>
                  <a:pt x="324" y="4418"/>
                  <a:pt x="284" y="4458"/>
                  <a:pt x="257" y="4412"/>
                </a:cubicBezTo>
                <a:cubicBezTo>
                  <a:pt x="284" y="4378"/>
                  <a:pt x="264" y="4345"/>
                  <a:pt x="244" y="4325"/>
                </a:cubicBezTo>
                <a:close/>
                <a:moveTo>
                  <a:pt x="4465" y="4319"/>
                </a:moveTo>
                <a:cubicBezTo>
                  <a:pt x="4437" y="4318"/>
                  <a:pt x="4410" y="4325"/>
                  <a:pt x="4397" y="4338"/>
                </a:cubicBezTo>
                <a:cubicBezTo>
                  <a:pt x="4450" y="4338"/>
                  <a:pt x="4504" y="4365"/>
                  <a:pt x="4537" y="4345"/>
                </a:cubicBezTo>
                <a:cubicBezTo>
                  <a:pt x="4521" y="4328"/>
                  <a:pt x="4492" y="4320"/>
                  <a:pt x="4465" y="4319"/>
                </a:cubicBezTo>
                <a:close/>
                <a:moveTo>
                  <a:pt x="5131" y="4319"/>
                </a:moveTo>
                <a:cubicBezTo>
                  <a:pt x="5121" y="4319"/>
                  <a:pt x="5111" y="4323"/>
                  <a:pt x="5105" y="4331"/>
                </a:cubicBezTo>
                <a:cubicBezTo>
                  <a:pt x="5125" y="4331"/>
                  <a:pt x="5159" y="4345"/>
                  <a:pt x="5172" y="4331"/>
                </a:cubicBezTo>
                <a:cubicBezTo>
                  <a:pt x="5161" y="4324"/>
                  <a:pt x="5145" y="4319"/>
                  <a:pt x="5131" y="4319"/>
                </a:cubicBezTo>
                <a:close/>
                <a:moveTo>
                  <a:pt x="6750" y="4266"/>
                </a:moveTo>
                <a:cubicBezTo>
                  <a:pt x="6736" y="4266"/>
                  <a:pt x="6725" y="4268"/>
                  <a:pt x="6721" y="4272"/>
                </a:cubicBezTo>
                <a:cubicBezTo>
                  <a:pt x="6734" y="4319"/>
                  <a:pt x="6781" y="4325"/>
                  <a:pt x="6821" y="4299"/>
                </a:cubicBezTo>
                <a:cubicBezTo>
                  <a:pt x="6821" y="4276"/>
                  <a:pt x="6780" y="4265"/>
                  <a:pt x="6750" y="4266"/>
                </a:cubicBezTo>
                <a:close/>
                <a:moveTo>
                  <a:pt x="4533" y="4261"/>
                </a:moveTo>
                <a:cubicBezTo>
                  <a:pt x="4531" y="4261"/>
                  <a:pt x="4533" y="4276"/>
                  <a:pt x="4537" y="4285"/>
                </a:cubicBezTo>
                <a:cubicBezTo>
                  <a:pt x="4564" y="4305"/>
                  <a:pt x="4631" y="4279"/>
                  <a:pt x="4657" y="4299"/>
                </a:cubicBezTo>
                <a:cubicBezTo>
                  <a:pt x="4651" y="4319"/>
                  <a:pt x="4624" y="4299"/>
                  <a:pt x="4604" y="4299"/>
                </a:cubicBezTo>
                <a:cubicBezTo>
                  <a:pt x="4597" y="4318"/>
                  <a:pt x="4584" y="4331"/>
                  <a:pt x="4577" y="4351"/>
                </a:cubicBezTo>
                <a:cubicBezTo>
                  <a:pt x="4631" y="4351"/>
                  <a:pt x="4711" y="4385"/>
                  <a:pt x="4758" y="4345"/>
                </a:cubicBezTo>
                <a:cubicBezTo>
                  <a:pt x="4737" y="4331"/>
                  <a:pt x="4697" y="4325"/>
                  <a:pt x="4697" y="4279"/>
                </a:cubicBezTo>
                <a:cubicBezTo>
                  <a:pt x="4651" y="4272"/>
                  <a:pt x="4597" y="4279"/>
                  <a:pt x="4537" y="4272"/>
                </a:cubicBezTo>
                <a:cubicBezTo>
                  <a:pt x="4535" y="4264"/>
                  <a:pt x="4534" y="4261"/>
                  <a:pt x="4533" y="4261"/>
                </a:cubicBezTo>
                <a:close/>
                <a:moveTo>
                  <a:pt x="5120" y="4251"/>
                </a:moveTo>
                <a:cubicBezTo>
                  <a:pt x="5117" y="4251"/>
                  <a:pt x="5114" y="4251"/>
                  <a:pt x="5112" y="4253"/>
                </a:cubicBezTo>
                <a:lnTo>
                  <a:pt x="5112" y="4273"/>
                </a:lnTo>
                <a:cubicBezTo>
                  <a:pt x="5125" y="4273"/>
                  <a:pt x="5152" y="4279"/>
                  <a:pt x="5159" y="4266"/>
                </a:cubicBezTo>
                <a:cubicBezTo>
                  <a:pt x="5148" y="4260"/>
                  <a:pt x="5132" y="4251"/>
                  <a:pt x="5120" y="4251"/>
                </a:cubicBezTo>
                <a:close/>
                <a:moveTo>
                  <a:pt x="3435" y="4239"/>
                </a:moveTo>
                <a:cubicBezTo>
                  <a:pt x="3422" y="4239"/>
                  <a:pt x="3413" y="4242"/>
                  <a:pt x="3409" y="4253"/>
                </a:cubicBezTo>
                <a:cubicBezTo>
                  <a:pt x="3449" y="4265"/>
                  <a:pt x="3496" y="4259"/>
                  <a:pt x="3536" y="4253"/>
                </a:cubicBezTo>
                <a:cubicBezTo>
                  <a:pt x="3503" y="4257"/>
                  <a:pt x="3462" y="4240"/>
                  <a:pt x="3435" y="4239"/>
                </a:cubicBezTo>
                <a:close/>
                <a:moveTo>
                  <a:pt x="7573" y="4229"/>
                </a:moveTo>
                <a:cubicBezTo>
                  <a:pt x="7585" y="4229"/>
                  <a:pt x="7599" y="4233"/>
                  <a:pt x="7609" y="4233"/>
                </a:cubicBezTo>
                <a:cubicBezTo>
                  <a:pt x="7615" y="4246"/>
                  <a:pt x="7602" y="4246"/>
                  <a:pt x="7609" y="4259"/>
                </a:cubicBezTo>
                <a:cubicBezTo>
                  <a:pt x="7589" y="4239"/>
                  <a:pt x="7582" y="4259"/>
                  <a:pt x="7542" y="4246"/>
                </a:cubicBezTo>
                <a:cubicBezTo>
                  <a:pt x="7549" y="4233"/>
                  <a:pt x="7560" y="4229"/>
                  <a:pt x="7573" y="4229"/>
                </a:cubicBezTo>
                <a:close/>
                <a:moveTo>
                  <a:pt x="3540" y="4211"/>
                </a:moveTo>
                <a:cubicBezTo>
                  <a:pt x="3521" y="4210"/>
                  <a:pt x="3514" y="4224"/>
                  <a:pt x="3503" y="4212"/>
                </a:cubicBezTo>
                <a:cubicBezTo>
                  <a:pt x="3496" y="4233"/>
                  <a:pt x="3556" y="4233"/>
                  <a:pt x="3549" y="4212"/>
                </a:cubicBezTo>
                <a:cubicBezTo>
                  <a:pt x="3546" y="4212"/>
                  <a:pt x="3543" y="4211"/>
                  <a:pt x="3540" y="4211"/>
                </a:cubicBezTo>
                <a:close/>
                <a:moveTo>
                  <a:pt x="3389" y="4186"/>
                </a:moveTo>
                <a:lnTo>
                  <a:pt x="3389" y="4213"/>
                </a:lnTo>
                <a:cubicBezTo>
                  <a:pt x="3422" y="4213"/>
                  <a:pt x="3415" y="4226"/>
                  <a:pt x="3449" y="4220"/>
                </a:cubicBezTo>
                <a:cubicBezTo>
                  <a:pt x="3449" y="4200"/>
                  <a:pt x="3455" y="4206"/>
                  <a:pt x="3475" y="4193"/>
                </a:cubicBezTo>
                <a:cubicBezTo>
                  <a:pt x="3449" y="4186"/>
                  <a:pt x="3422" y="4193"/>
                  <a:pt x="3389" y="4186"/>
                </a:cubicBezTo>
                <a:close/>
                <a:moveTo>
                  <a:pt x="7923" y="4176"/>
                </a:moveTo>
                <a:cubicBezTo>
                  <a:pt x="7904" y="4176"/>
                  <a:pt x="7886" y="4182"/>
                  <a:pt x="7882" y="4199"/>
                </a:cubicBezTo>
                <a:cubicBezTo>
                  <a:pt x="7902" y="4192"/>
                  <a:pt x="7902" y="4206"/>
                  <a:pt x="7922" y="4206"/>
                </a:cubicBezTo>
                <a:cubicBezTo>
                  <a:pt x="7936" y="4186"/>
                  <a:pt x="7936" y="4192"/>
                  <a:pt x="7969" y="4192"/>
                </a:cubicBezTo>
                <a:cubicBezTo>
                  <a:pt x="7962" y="4182"/>
                  <a:pt x="7942" y="4176"/>
                  <a:pt x="7923" y="4176"/>
                </a:cubicBezTo>
                <a:close/>
                <a:moveTo>
                  <a:pt x="3228" y="4173"/>
                </a:moveTo>
                <a:cubicBezTo>
                  <a:pt x="3222" y="4173"/>
                  <a:pt x="3217" y="4175"/>
                  <a:pt x="3215" y="4179"/>
                </a:cubicBezTo>
                <a:cubicBezTo>
                  <a:pt x="3215" y="4186"/>
                  <a:pt x="3222" y="4186"/>
                  <a:pt x="3215" y="4192"/>
                </a:cubicBezTo>
                <a:cubicBezTo>
                  <a:pt x="3242" y="4192"/>
                  <a:pt x="3275" y="4199"/>
                  <a:pt x="3289" y="4179"/>
                </a:cubicBezTo>
                <a:cubicBezTo>
                  <a:pt x="3266" y="4179"/>
                  <a:pt x="3243" y="4173"/>
                  <a:pt x="3228" y="4173"/>
                </a:cubicBezTo>
                <a:close/>
                <a:moveTo>
                  <a:pt x="3576" y="4171"/>
                </a:moveTo>
                <a:cubicBezTo>
                  <a:pt x="3563" y="4171"/>
                  <a:pt x="3551" y="4174"/>
                  <a:pt x="3536" y="4186"/>
                </a:cubicBezTo>
                <a:cubicBezTo>
                  <a:pt x="3563" y="4192"/>
                  <a:pt x="3563" y="4212"/>
                  <a:pt x="3576" y="4219"/>
                </a:cubicBezTo>
                <a:cubicBezTo>
                  <a:pt x="3590" y="4199"/>
                  <a:pt x="3590" y="4212"/>
                  <a:pt x="3610" y="4219"/>
                </a:cubicBezTo>
                <a:cubicBezTo>
                  <a:pt x="3623" y="4212"/>
                  <a:pt x="3636" y="4199"/>
                  <a:pt x="3636" y="4172"/>
                </a:cubicBezTo>
                <a:cubicBezTo>
                  <a:pt x="3610" y="4176"/>
                  <a:pt x="3592" y="4172"/>
                  <a:pt x="3576" y="4171"/>
                </a:cubicBezTo>
                <a:close/>
                <a:moveTo>
                  <a:pt x="3809" y="4166"/>
                </a:moveTo>
                <a:cubicBezTo>
                  <a:pt x="3802" y="4166"/>
                  <a:pt x="3796" y="4166"/>
                  <a:pt x="3790" y="4166"/>
                </a:cubicBezTo>
                <a:cubicBezTo>
                  <a:pt x="3763" y="4173"/>
                  <a:pt x="3750" y="4186"/>
                  <a:pt x="3736" y="4166"/>
                </a:cubicBezTo>
                <a:cubicBezTo>
                  <a:pt x="3716" y="4199"/>
                  <a:pt x="3643" y="4153"/>
                  <a:pt x="3650" y="4212"/>
                </a:cubicBezTo>
                <a:cubicBezTo>
                  <a:pt x="3710" y="4225"/>
                  <a:pt x="3770" y="4225"/>
                  <a:pt x="3816" y="4252"/>
                </a:cubicBezTo>
                <a:cubicBezTo>
                  <a:pt x="3803" y="4245"/>
                  <a:pt x="3796" y="4252"/>
                  <a:pt x="3796" y="4259"/>
                </a:cubicBezTo>
                <a:cubicBezTo>
                  <a:pt x="3803" y="4265"/>
                  <a:pt x="3816" y="4265"/>
                  <a:pt x="3830" y="4265"/>
                </a:cubicBezTo>
                <a:cubicBezTo>
                  <a:pt x="3836" y="4259"/>
                  <a:pt x="3823" y="4252"/>
                  <a:pt x="3823" y="4245"/>
                </a:cubicBezTo>
                <a:cubicBezTo>
                  <a:pt x="3877" y="4212"/>
                  <a:pt x="3930" y="4271"/>
                  <a:pt x="3970" y="4225"/>
                </a:cubicBezTo>
                <a:cubicBezTo>
                  <a:pt x="3983" y="4252"/>
                  <a:pt x="4050" y="4225"/>
                  <a:pt x="4070" y="4252"/>
                </a:cubicBezTo>
                <a:cubicBezTo>
                  <a:pt x="3990" y="4265"/>
                  <a:pt x="3943" y="4239"/>
                  <a:pt x="3897" y="4265"/>
                </a:cubicBezTo>
                <a:cubicBezTo>
                  <a:pt x="3910" y="4259"/>
                  <a:pt x="3970" y="4278"/>
                  <a:pt x="3957" y="4305"/>
                </a:cubicBezTo>
                <a:cubicBezTo>
                  <a:pt x="3923" y="4311"/>
                  <a:pt x="3870" y="4291"/>
                  <a:pt x="3856" y="4318"/>
                </a:cubicBezTo>
                <a:cubicBezTo>
                  <a:pt x="3957" y="4338"/>
                  <a:pt x="4130" y="4311"/>
                  <a:pt x="4237" y="4345"/>
                </a:cubicBezTo>
                <a:cubicBezTo>
                  <a:pt x="4284" y="4325"/>
                  <a:pt x="4350" y="4358"/>
                  <a:pt x="4377" y="4325"/>
                </a:cubicBezTo>
                <a:cubicBezTo>
                  <a:pt x="4310" y="4305"/>
                  <a:pt x="4230" y="4299"/>
                  <a:pt x="4157" y="4279"/>
                </a:cubicBezTo>
                <a:cubicBezTo>
                  <a:pt x="4217" y="4272"/>
                  <a:pt x="4277" y="4285"/>
                  <a:pt x="4277" y="4252"/>
                </a:cubicBezTo>
                <a:cubicBezTo>
                  <a:pt x="4310" y="4245"/>
                  <a:pt x="4344" y="4245"/>
                  <a:pt x="4357" y="4225"/>
                </a:cubicBezTo>
                <a:cubicBezTo>
                  <a:pt x="4424" y="4252"/>
                  <a:pt x="4537" y="4192"/>
                  <a:pt x="4611" y="4245"/>
                </a:cubicBezTo>
                <a:cubicBezTo>
                  <a:pt x="4604" y="4245"/>
                  <a:pt x="4597" y="4245"/>
                  <a:pt x="4597" y="4252"/>
                </a:cubicBezTo>
                <a:cubicBezTo>
                  <a:pt x="4624" y="4265"/>
                  <a:pt x="4611" y="4239"/>
                  <a:pt x="4624" y="4239"/>
                </a:cubicBezTo>
                <a:cubicBezTo>
                  <a:pt x="4691" y="4285"/>
                  <a:pt x="4771" y="4232"/>
                  <a:pt x="4824" y="4305"/>
                </a:cubicBezTo>
                <a:cubicBezTo>
                  <a:pt x="4804" y="4305"/>
                  <a:pt x="4804" y="4305"/>
                  <a:pt x="4771" y="4311"/>
                </a:cubicBezTo>
                <a:cubicBezTo>
                  <a:pt x="4771" y="4331"/>
                  <a:pt x="4818" y="4331"/>
                  <a:pt x="4791" y="4345"/>
                </a:cubicBezTo>
                <a:cubicBezTo>
                  <a:pt x="4924" y="4365"/>
                  <a:pt x="4998" y="4331"/>
                  <a:pt x="5105" y="4333"/>
                </a:cubicBezTo>
                <a:cubicBezTo>
                  <a:pt x="5031" y="4293"/>
                  <a:pt x="4931" y="4319"/>
                  <a:pt x="4831" y="4299"/>
                </a:cubicBezTo>
                <a:cubicBezTo>
                  <a:pt x="4864" y="4273"/>
                  <a:pt x="4918" y="4287"/>
                  <a:pt x="4958" y="4253"/>
                </a:cubicBezTo>
                <a:cubicBezTo>
                  <a:pt x="4964" y="4273"/>
                  <a:pt x="4984" y="4273"/>
                  <a:pt x="4998" y="4287"/>
                </a:cubicBezTo>
                <a:cubicBezTo>
                  <a:pt x="4978" y="4253"/>
                  <a:pt x="5038" y="4280"/>
                  <a:pt x="5051" y="4253"/>
                </a:cubicBezTo>
                <a:cubicBezTo>
                  <a:pt x="5011" y="4226"/>
                  <a:pt x="4998" y="4253"/>
                  <a:pt x="4958" y="4233"/>
                </a:cubicBezTo>
                <a:cubicBezTo>
                  <a:pt x="4964" y="4213"/>
                  <a:pt x="5011" y="4240"/>
                  <a:pt x="5011" y="4213"/>
                </a:cubicBezTo>
                <a:cubicBezTo>
                  <a:pt x="4878" y="4186"/>
                  <a:pt x="4684" y="4206"/>
                  <a:pt x="4577" y="4180"/>
                </a:cubicBezTo>
                <a:cubicBezTo>
                  <a:pt x="4397" y="4180"/>
                  <a:pt x="4230" y="4186"/>
                  <a:pt x="4090" y="4173"/>
                </a:cubicBezTo>
                <a:cubicBezTo>
                  <a:pt x="4002" y="4223"/>
                  <a:pt x="3903" y="4168"/>
                  <a:pt x="3809" y="4166"/>
                </a:cubicBezTo>
                <a:close/>
                <a:moveTo>
                  <a:pt x="7782" y="4147"/>
                </a:moveTo>
                <a:cubicBezTo>
                  <a:pt x="7789" y="4180"/>
                  <a:pt x="7742" y="4166"/>
                  <a:pt x="7742" y="4186"/>
                </a:cubicBezTo>
                <a:cubicBezTo>
                  <a:pt x="7775" y="4206"/>
                  <a:pt x="7829" y="4212"/>
                  <a:pt x="7869" y="4193"/>
                </a:cubicBezTo>
                <a:cubicBezTo>
                  <a:pt x="7862" y="4167"/>
                  <a:pt x="7836" y="4174"/>
                  <a:pt x="7856" y="4147"/>
                </a:cubicBezTo>
                <a:cubicBezTo>
                  <a:pt x="7836" y="4160"/>
                  <a:pt x="7809" y="4147"/>
                  <a:pt x="7782" y="4147"/>
                </a:cubicBezTo>
                <a:close/>
                <a:moveTo>
                  <a:pt x="7603" y="4134"/>
                </a:moveTo>
                <a:cubicBezTo>
                  <a:pt x="7602" y="4134"/>
                  <a:pt x="7599" y="4136"/>
                  <a:pt x="7595" y="4140"/>
                </a:cubicBezTo>
                <a:cubicBezTo>
                  <a:pt x="7589" y="4160"/>
                  <a:pt x="7622" y="4160"/>
                  <a:pt x="7615" y="4140"/>
                </a:cubicBezTo>
                <a:cubicBezTo>
                  <a:pt x="7606" y="4140"/>
                  <a:pt x="7606" y="4133"/>
                  <a:pt x="7603" y="4134"/>
                </a:cubicBezTo>
                <a:close/>
                <a:moveTo>
                  <a:pt x="2921" y="4126"/>
                </a:moveTo>
                <a:cubicBezTo>
                  <a:pt x="2921" y="4126"/>
                  <a:pt x="2901" y="4140"/>
                  <a:pt x="2895" y="4140"/>
                </a:cubicBezTo>
                <a:cubicBezTo>
                  <a:pt x="2808" y="4140"/>
                  <a:pt x="2715" y="4114"/>
                  <a:pt x="2681" y="4160"/>
                </a:cubicBezTo>
                <a:cubicBezTo>
                  <a:pt x="2708" y="4160"/>
                  <a:pt x="2721" y="4173"/>
                  <a:pt x="2748" y="4180"/>
                </a:cubicBezTo>
                <a:cubicBezTo>
                  <a:pt x="2828" y="4140"/>
                  <a:pt x="2888" y="4206"/>
                  <a:pt x="2955" y="4206"/>
                </a:cubicBezTo>
                <a:cubicBezTo>
                  <a:pt x="2975" y="4193"/>
                  <a:pt x="2988" y="4173"/>
                  <a:pt x="3035" y="4173"/>
                </a:cubicBezTo>
                <a:cubicBezTo>
                  <a:pt x="3068" y="4219"/>
                  <a:pt x="3162" y="4186"/>
                  <a:pt x="3202" y="4180"/>
                </a:cubicBezTo>
                <a:cubicBezTo>
                  <a:pt x="3182" y="4140"/>
                  <a:pt x="3115" y="4140"/>
                  <a:pt x="3075" y="4146"/>
                </a:cubicBezTo>
                <a:cubicBezTo>
                  <a:pt x="3035" y="4146"/>
                  <a:pt x="3015" y="4160"/>
                  <a:pt x="2982" y="4153"/>
                </a:cubicBezTo>
                <a:cubicBezTo>
                  <a:pt x="2962" y="4146"/>
                  <a:pt x="2942" y="4126"/>
                  <a:pt x="2921" y="4126"/>
                </a:cubicBezTo>
                <a:close/>
                <a:moveTo>
                  <a:pt x="2467" y="4101"/>
                </a:moveTo>
                <a:cubicBezTo>
                  <a:pt x="2449" y="4101"/>
                  <a:pt x="2434" y="4108"/>
                  <a:pt x="2434" y="4126"/>
                </a:cubicBezTo>
                <a:cubicBezTo>
                  <a:pt x="2454" y="4126"/>
                  <a:pt x="2468" y="4107"/>
                  <a:pt x="2461" y="4140"/>
                </a:cubicBezTo>
                <a:cubicBezTo>
                  <a:pt x="2481" y="4126"/>
                  <a:pt x="2494" y="4126"/>
                  <a:pt x="2508" y="4106"/>
                </a:cubicBezTo>
                <a:cubicBezTo>
                  <a:pt x="2496" y="4103"/>
                  <a:pt x="2480" y="4100"/>
                  <a:pt x="2467" y="4101"/>
                </a:cubicBezTo>
                <a:close/>
                <a:moveTo>
                  <a:pt x="2034" y="4078"/>
                </a:moveTo>
                <a:cubicBezTo>
                  <a:pt x="2018" y="4079"/>
                  <a:pt x="2013" y="4089"/>
                  <a:pt x="2007" y="4100"/>
                </a:cubicBezTo>
                <a:cubicBezTo>
                  <a:pt x="2027" y="4100"/>
                  <a:pt x="2027" y="4114"/>
                  <a:pt x="2040" y="4114"/>
                </a:cubicBezTo>
                <a:cubicBezTo>
                  <a:pt x="2040" y="4100"/>
                  <a:pt x="2054" y="4094"/>
                  <a:pt x="2047" y="4080"/>
                </a:cubicBezTo>
                <a:cubicBezTo>
                  <a:pt x="2042" y="4079"/>
                  <a:pt x="2038" y="4078"/>
                  <a:pt x="2034" y="4078"/>
                </a:cubicBezTo>
                <a:close/>
                <a:moveTo>
                  <a:pt x="2294" y="4063"/>
                </a:moveTo>
                <a:cubicBezTo>
                  <a:pt x="2304" y="4062"/>
                  <a:pt x="2312" y="4065"/>
                  <a:pt x="2321" y="4074"/>
                </a:cubicBezTo>
                <a:cubicBezTo>
                  <a:pt x="2321" y="4074"/>
                  <a:pt x="2301" y="4087"/>
                  <a:pt x="2314" y="4094"/>
                </a:cubicBezTo>
                <a:cubicBezTo>
                  <a:pt x="2307" y="4106"/>
                  <a:pt x="2281" y="4080"/>
                  <a:pt x="2274" y="4067"/>
                </a:cubicBezTo>
                <a:cubicBezTo>
                  <a:pt x="2282" y="4064"/>
                  <a:pt x="2288" y="4063"/>
                  <a:pt x="2294" y="4063"/>
                </a:cubicBezTo>
                <a:close/>
                <a:moveTo>
                  <a:pt x="1548" y="4053"/>
                </a:moveTo>
                <a:cubicBezTo>
                  <a:pt x="1511" y="4052"/>
                  <a:pt x="1475" y="4060"/>
                  <a:pt x="1446" y="4080"/>
                </a:cubicBezTo>
                <a:cubicBezTo>
                  <a:pt x="1606" y="4074"/>
                  <a:pt x="1746" y="4140"/>
                  <a:pt x="1886" y="4106"/>
                </a:cubicBezTo>
                <a:cubicBezTo>
                  <a:pt x="1820" y="4113"/>
                  <a:pt x="1760" y="4074"/>
                  <a:pt x="1699" y="4067"/>
                </a:cubicBezTo>
                <a:cubicBezTo>
                  <a:pt x="1686" y="4067"/>
                  <a:pt x="1693" y="4087"/>
                  <a:pt x="1686" y="4087"/>
                </a:cubicBezTo>
                <a:cubicBezTo>
                  <a:pt x="1645" y="4068"/>
                  <a:pt x="1595" y="4054"/>
                  <a:pt x="1548" y="4053"/>
                </a:cubicBezTo>
                <a:close/>
                <a:moveTo>
                  <a:pt x="404" y="4004"/>
                </a:moveTo>
                <a:cubicBezTo>
                  <a:pt x="421" y="4004"/>
                  <a:pt x="442" y="4005"/>
                  <a:pt x="465" y="4007"/>
                </a:cubicBezTo>
                <a:cubicBezTo>
                  <a:pt x="465" y="4014"/>
                  <a:pt x="465" y="4021"/>
                  <a:pt x="478" y="4021"/>
                </a:cubicBezTo>
                <a:cubicBezTo>
                  <a:pt x="431" y="4041"/>
                  <a:pt x="377" y="4041"/>
                  <a:pt x="318" y="4027"/>
                </a:cubicBezTo>
                <a:cubicBezTo>
                  <a:pt x="336" y="4009"/>
                  <a:pt x="364" y="4003"/>
                  <a:pt x="404" y="4004"/>
                </a:cubicBezTo>
                <a:close/>
                <a:moveTo>
                  <a:pt x="2181" y="3993"/>
                </a:moveTo>
                <a:cubicBezTo>
                  <a:pt x="2181" y="4000"/>
                  <a:pt x="2187" y="4027"/>
                  <a:pt x="2174" y="4027"/>
                </a:cubicBezTo>
                <a:cubicBezTo>
                  <a:pt x="2081" y="4040"/>
                  <a:pt x="1987" y="4013"/>
                  <a:pt x="1900" y="4007"/>
                </a:cubicBezTo>
                <a:cubicBezTo>
                  <a:pt x="1874" y="4007"/>
                  <a:pt x="1854" y="4020"/>
                  <a:pt x="1827" y="4013"/>
                </a:cubicBezTo>
                <a:cubicBezTo>
                  <a:pt x="1794" y="4007"/>
                  <a:pt x="1787" y="4007"/>
                  <a:pt x="1760" y="4007"/>
                </a:cubicBezTo>
                <a:cubicBezTo>
                  <a:pt x="1680" y="4013"/>
                  <a:pt x="1633" y="4000"/>
                  <a:pt x="1607" y="4020"/>
                </a:cubicBezTo>
                <a:cubicBezTo>
                  <a:pt x="1620" y="4047"/>
                  <a:pt x="1673" y="4047"/>
                  <a:pt x="1700" y="4047"/>
                </a:cubicBezTo>
                <a:cubicBezTo>
                  <a:pt x="1874" y="4060"/>
                  <a:pt x="2040" y="4047"/>
                  <a:pt x="2207" y="4060"/>
                </a:cubicBezTo>
                <a:cubicBezTo>
                  <a:pt x="2207" y="4086"/>
                  <a:pt x="2194" y="4093"/>
                  <a:pt x="2181" y="4120"/>
                </a:cubicBezTo>
                <a:cubicBezTo>
                  <a:pt x="2194" y="4120"/>
                  <a:pt x="2207" y="4120"/>
                  <a:pt x="2207" y="4140"/>
                </a:cubicBezTo>
                <a:cubicBezTo>
                  <a:pt x="2181" y="4146"/>
                  <a:pt x="2161" y="4120"/>
                  <a:pt x="2154" y="4146"/>
                </a:cubicBezTo>
                <a:cubicBezTo>
                  <a:pt x="2194" y="4146"/>
                  <a:pt x="2241" y="4153"/>
                  <a:pt x="2301" y="4153"/>
                </a:cubicBezTo>
                <a:cubicBezTo>
                  <a:pt x="2301" y="4140"/>
                  <a:pt x="2287" y="4133"/>
                  <a:pt x="2301" y="4133"/>
                </a:cubicBezTo>
                <a:cubicBezTo>
                  <a:pt x="2321" y="4140"/>
                  <a:pt x="2321" y="4126"/>
                  <a:pt x="2341" y="4126"/>
                </a:cubicBezTo>
                <a:cubicBezTo>
                  <a:pt x="2348" y="4146"/>
                  <a:pt x="2348" y="4140"/>
                  <a:pt x="2341" y="4160"/>
                </a:cubicBezTo>
                <a:cubicBezTo>
                  <a:pt x="2434" y="4160"/>
                  <a:pt x="2508" y="4180"/>
                  <a:pt x="2574" y="4153"/>
                </a:cubicBezTo>
                <a:cubicBezTo>
                  <a:pt x="2541" y="4140"/>
                  <a:pt x="2521" y="4153"/>
                  <a:pt x="2508" y="4126"/>
                </a:cubicBezTo>
                <a:cubicBezTo>
                  <a:pt x="2468" y="4146"/>
                  <a:pt x="2401" y="4146"/>
                  <a:pt x="2354" y="4140"/>
                </a:cubicBezTo>
                <a:cubicBezTo>
                  <a:pt x="2361" y="4120"/>
                  <a:pt x="2381" y="4120"/>
                  <a:pt x="2381" y="4094"/>
                </a:cubicBezTo>
                <a:cubicBezTo>
                  <a:pt x="2381" y="4080"/>
                  <a:pt x="2361" y="4080"/>
                  <a:pt x="2354" y="4074"/>
                </a:cubicBezTo>
                <a:cubicBezTo>
                  <a:pt x="2421" y="4040"/>
                  <a:pt x="2514" y="4100"/>
                  <a:pt x="2554" y="4060"/>
                </a:cubicBezTo>
                <a:cubicBezTo>
                  <a:pt x="2508" y="4047"/>
                  <a:pt x="2481" y="4060"/>
                  <a:pt x="2454" y="4027"/>
                </a:cubicBezTo>
                <a:cubicBezTo>
                  <a:pt x="2401" y="4040"/>
                  <a:pt x="2374" y="4020"/>
                  <a:pt x="2301" y="4007"/>
                </a:cubicBezTo>
                <a:cubicBezTo>
                  <a:pt x="2274" y="4053"/>
                  <a:pt x="2214" y="4000"/>
                  <a:pt x="2181" y="3993"/>
                </a:cubicBezTo>
                <a:close/>
                <a:moveTo>
                  <a:pt x="1372" y="3987"/>
                </a:moveTo>
                <a:cubicBezTo>
                  <a:pt x="1392" y="4027"/>
                  <a:pt x="1493" y="4021"/>
                  <a:pt x="1526" y="4007"/>
                </a:cubicBezTo>
                <a:cubicBezTo>
                  <a:pt x="1466" y="3987"/>
                  <a:pt x="1419" y="3994"/>
                  <a:pt x="1372" y="3987"/>
                </a:cubicBezTo>
                <a:close/>
                <a:moveTo>
                  <a:pt x="527" y="3969"/>
                </a:moveTo>
                <a:cubicBezTo>
                  <a:pt x="545" y="3970"/>
                  <a:pt x="561" y="3976"/>
                  <a:pt x="565" y="3995"/>
                </a:cubicBezTo>
                <a:cubicBezTo>
                  <a:pt x="532" y="3988"/>
                  <a:pt x="498" y="3995"/>
                  <a:pt x="491" y="3975"/>
                </a:cubicBezTo>
                <a:cubicBezTo>
                  <a:pt x="500" y="3972"/>
                  <a:pt x="514" y="3969"/>
                  <a:pt x="527" y="3969"/>
                </a:cubicBezTo>
                <a:close/>
                <a:moveTo>
                  <a:pt x="217" y="3921"/>
                </a:moveTo>
                <a:cubicBezTo>
                  <a:pt x="231" y="3921"/>
                  <a:pt x="224" y="3935"/>
                  <a:pt x="237" y="3935"/>
                </a:cubicBezTo>
                <a:cubicBezTo>
                  <a:pt x="237" y="3955"/>
                  <a:pt x="224" y="3961"/>
                  <a:pt x="204" y="3961"/>
                </a:cubicBezTo>
                <a:cubicBezTo>
                  <a:pt x="211" y="3948"/>
                  <a:pt x="217" y="3941"/>
                  <a:pt x="217" y="3921"/>
                </a:cubicBezTo>
                <a:close/>
                <a:moveTo>
                  <a:pt x="7812" y="3458"/>
                </a:moveTo>
                <a:cubicBezTo>
                  <a:pt x="7824" y="3458"/>
                  <a:pt x="7841" y="3468"/>
                  <a:pt x="7849" y="3472"/>
                </a:cubicBezTo>
                <a:cubicBezTo>
                  <a:pt x="7842" y="3485"/>
                  <a:pt x="7802" y="3478"/>
                  <a:pt x="7795" y="3472"/>
                </a:cubicBezTo>
                <a:cubicBezTo>
                  <a:pt x="7798" y="3462"/>
                  <a:pt x="7804" y="3458"/>
                  <a:pt x="7812" y="3458"/>
                </a:cubicBezTo>
                <a:close/>
                <a:moveTo>
                  <a:pt x="317" y="2473"/>
                </a:moveTo>
                <a:cubicBezTo>
                  <a:pt x="337" y="2473"/>
                  <a:pt x="337" y="2473"/>
                  <a:pt x="357" y="2473"/>
                </a:cubicBezTo>
                <a:cubicBezTo>
                  <a:pt x="337" y="2506"/>
                  <a:pt x="297" y="2539"/>
                  <a:pt x="257" y="2532"/>
                </a:cubicBezTo>
                <a:cubicBezTo>
                  <a:pt x="264" y="2500"/>
                  <a:pt x="317" y="2519"/>
                  <a:pt x="317" y="2473"/>
                </a:cubicBezTo>
                <a:close/>
                <a:moveTo>
                  <a:pt x="1137" y="1470"/>
                </a:moveTo>
                <a:cubicBezTo>
                  <a:pt x="1128" y="1470"/>
                  <a:pt x="1120" y="1473"/>
                  <a:pt x="1112" y="1480"/>
                </a:cubicBezTo>
                <a:cubicBezTo>
                  <a:pt x="1119" y="1494"/>
                  <a:pt x="1186" y="1507"/>
                  <a:pt x="1186" y="1480"/>
                </a:cubicBezTo>
                <a:cubicBezTo>
                  <a:pt x="1169" y="1476"/>
                  <a:pt x="1152" y="1469"/>
                  <a:pt x="1137" y="1470"/>
                </a:cubicBezTo>
                <a:close/>
                <a:moveTo>
                  <a:pt x="972" y="1394"/>
                </a:moveTo>
                <a:cubicBezTo>
                  <a:pt x="972" y="1401"/>
                  <a:pt x="979" y="1401"/>
                  <a:pt x="985" y="1401"/>
                </a:cubicBezTo>
                <a:cubicBezTo>
                  <a:pt x="979" y="1428"/>
                  <a:pt x="952" y="1414"/>
                  <a:pt x="939" y="1401"/>
                </a:cubicBezTo>
                <a:cubicBezTo>
                  <a:pt x="945" y="1394"/>
                  <a:pt x="959" y="1394"/>
                  <a:pt x="972" y="1394"/>
                </a:cubicBezTo>
                <a:close/>
                <a:moveTo>
                  <a:pt x="889" y="1388"/>
                </a:moveTo>
                <a:cubicBezTo>
                  <a:pt x="897" y="1388"/>
                  <a:pt x="912" y="1404"/>
                  <a:pt x="912" y="1394"/>
                </a:cubicBezTo>
                <a:cubicBezTo>
                  <a:pt x="932" y="1408"/>
                  <a:pt x="892" y="1414"/>
                  <a:pt x="885" y="1394"/>
                </a:cubicBezTo>
                <a:cubicBezTo>
                  <a:pt x="885" y="1389"/>
                  <a:pt x="887" y="1388"/>
                  <a:pt x="889" y="1388"/>
                </a:cubicBezTo>
                <a:close/>
                <a:moveTo>
                  <a:pt x="1132" y="1315"/>
                </a:moveTo>
                <a:cubicBezTo>
                  <a:pt x="1146" y="1315"/>
                  <a:pt x="1159" y="1322"/>
                  <a:pt x="1172" y="1322"/>
                </a:cubicBezTo>
                <a:cubicBezTo>
                  <a:pt x="1179" y="1349"/>
                  <a:pt x="1152" y="1375"/>
                  <a:pt x="1179" y="1388"/>
                </a:cubicBezTo>
                <a:cubicBezTo>
                  <a:pt x="1179" y="1395"/>
                  <a:pt x="1172" y="1388"/>
                  <a:pt x="1172" y="1388"/>
                </a:cubicBezTo>
                <a:cubicBezTo>
                  <a:pt x="1159" y="1388"/>
                  <a:pt x="1152" y="1395"/>
                  <a:pt x="1152" y="1408"/>
                </a:cubicBezTo>
                <a:cubicBezTo>
                  <a:pt x="1139" y="1408"/>
                  <a:pt x="1146" y="1388"/>
                  <a:pt x="1139" y="1388"/>
                </a:cubicBezTo>
                <a:cubicBezTo>
                  <a:pt x="1099" y="1395"/>
                  <a:pt x="1085" y="1335"/>
                  <a:pt x="1025" y="1361"/>
                </a:cubicBezTo>
                <a:cubicBezTo>
                  <a:pt x="1012" y="1361"/>
                  <a:pt x="1005" y="1348"/>
                  <a:pt x="999" y="1335"/>
                </a:cubicBezTo>
                <a:cubicBezTo>
                  <a:pt x="972" y="1355"/>
                  <a:pt x="952" y="1341"/>
                  <a:pt x="939" y="1335"/>
                </a:cubicBezTo>
                <a:cubicBezTo>
                  <a:pt x="979" y="1315"/>
                  <a:pt x="1065" y="1329"/>
                  <a:pt x="1119" y="1342"/>
                </a:cubicBezTo>
                <a:cubicBezTo>
                  <a:pt x="1132" y="1335"/>
                  <a:pt x="1126" y="1322"/>
                  <a:pt x="1132" y="1315"/>
                </a:cubicBezTo>
                <a:close/>
                <a:moveTo>
                  <a:pt x="1649" y="1255"/>
                </a:moveTo>
                <a:cubicBezTo>
                  <a:pt x="1635" y="1255"/>
                  <a:pt x="1619" y="1263"/>
                  <a:pt x="1619" y="1281"/>
                </a:cubicBezTo>
                <a:cubicBezTo>
                  <a:pt x="1639" y="1308"/>
                  <a:pt x="1673" y="1315"/>
                  <a:pt x="1699" y="1315"/>
                </a:cubicBezTo>
                <a:cubicBezTo>
                  <a:pt x="1686" y="1295"/>
                  <a:pt x="1659" y="1289"/>
                  <a:pt x="1666" y="1262"/>
                </a:cubicBezTo>
                <a:cubicBezTo>
                  <a:pt x="1662" y="1258"/>
                  <a:pt x="1656" y="1256"/>
                  <a:pt x="1649" y="1255"/>
                </a:cubicBezTo>
                <a:close/>
                <a:moveTo>
                  <a:pt x="1150" y="1226"/>
                </a:moveTo>
                <a:cubicBezTo>
                  <a:pt x="1155" y="1227"/>
                  <a:pt x="1161" y="1229"/>
                  <a:pt x="1166" y="1229"/>
                </a:cubicBezTo>
                <a:cubicBezTo>
                  <a:pt x="1166" y="1243"/>
                  <a:pt x="1179" y="1243"/>
                  <a:pt x="1172" y="1256"/>
                </a:cubicBezTo>
                <a:cubicBezTo>
                  <a:pt x="1159" y="1256"/>
                  <a:pt x="1159" y="1236"/>
                  <a:pt x="1146" y="1229"/>
                </a:cubicBezTo>
                <a:cubicBezTo>
                  <a:pt x="1146" y="1227"/>
                  <a:pt x="1147" y="1226"/>
                  <a:pt x="1150" y="1226"/>
                </a:cubicBezTo>
                <a:close/>
                <a:moveTo>
                  <a:pt x="1352" y="1203"/>
                </a:moveTo>
                <a:cubicBezTo>
                  <a:pt x="1346" y="1223"/>
                  <a:pt x="1366" y="1223"/>
                  <a:pt x="1359" y="1236"/>
                </a:cubicBezTo>
                <a:cubicBezTo>
                  <a:pt x="1379" y="1236"/>
                  <a:pt x="1372" y="1249"/>
                  <a:pt x="1392" y="1243"/>
                </a:cubicBezTo>
                <a:cubicBezTo>
                  <a:pt x="1406" y="1255"/>
                  <a:pt x="1419" y="1249"/>
                  <a:pt x="1439" y="1249"/>
                </a:cubicBezTo>
                <a:cubicBezTo>
                  <a:pt x="1439" y="1249"/>
                  <a:pt x="1439" y="1249"/>
                  <a:pt x="1439" y="1229"/>
                </a:cubicBezTo>
                <a:cubicBezTo>
                  <a:pt x="1419" y="1229"/>
                  <a:pt x="1413" y="1216"/>
                  <a:pt x="1399" y="1229"/>
                </a:cubicBezTo>
                <a:cubicBezTo>
                  <a:pt x="1399" y="1236"/>
                  <a:pt x="1399" y="1243"/>
                  <a:pt x="1392" y="1243"/>
                </a:cubicBezTo>
                <a:cubicBezTo>
                  <a:pt x="1392" y="1223"/>
                  <a:pt x="1379" y="1223"/>
                  <a:pt x="1386" y="1203"/>
                </a:cubicBezTo>
                <a:cubicBezTo>
                  <a:pt x="1372" y="1203"/>
                  <a:pt x="1366" y="1203"/>
                  <a:pt x="1352" y="1203"/>
                </a:cubicBezTo>
                <a:close/>
                <a:moveTo>
                  <a:pt x="1005" y="1169"/>
                </a:moveTo>
                <a:cubicBezTo>
                  <a:pt x="1012" y="1170"/>
                  <a:pt x="1020" y="1189"/>
                  <a:pt x="1025" y="1189"/>
                </a:cubicBezTo>
                <a:cubicBezTo>
                  <a:pt x="1025" y="1196"/>
                  <a:pt x="1012" y="1196"/>
                  <a:pt x="1005" y="1196"/>
                </a:cubicBezTo>
                <a:cubicBezTo>
                  <a:pt x="1005" y="1189"/>
                  <a:pt x="1005" y="1176"/>
                  <a:pt x="999" y="1176"/>
                </a:cubicBezTo>
                <a:cubicBezTo>
                  <a:pt x="1000" y="1171"/>
                  <a:pt x="1002" y="1169"/>
                  <a:pt x="1005" y="1169"/>
                </a:cubicBezTo>
                <a:close/>
                <a:moveTo>
                  <a:pt x="677" y="1128"/>
                </a:moveTo>
                <a:cubicBezTo>
                  <a:pt x="699" y="1128"/>
                  <a:pt x="725" y="1150"/>
                  <a:pt x="725" y="1130"/>
                </a:cubicBezTo>
                <a:cubicBezTo>
                  <a:pt x="738" y="1169"/>
                  <a:pt x="832" y="1169"/>
                  <a:pt x="865" y="1203"/>
                </a:cubicBezTo>
                <a:cubicBezTo>
                  <a:pt x="852" y="1209"/>
                  <a:pt x="832" y="1183"/>
                  <a:pt x="832" y="1209"/>
                </a:cubicBezTo>
                <a:cubicBezTo>
                  <a:pt x="825" y="1189"/>
                  <a:pt x="805" y="1196"/>
                  <a:pt x="805" y="1223"/>
                </a:cubicBezTo>
                <a:cubicBezTo>
                  <a:pt x="772" y="1176"/>
                  <a:pt x="685" y="1183"/>
                  <a:pt x="658" y="1136"/>
                </a:cubicBezTo>
                <a:cubicBezTo>
                  <a:pt x="663" y="1130"/>
                  <a:pt x="670" y="1128"/>
                  <a:pt x="677" y="1128"/>
                </a:cubicBezTo>
                <a:close/>
                <a:moveTo>
                  <a:pt x="5666" y="1123"/>
                </a:moveTo>
                <a:cubicBezTo>
                  <a:pt x="5659" y="1136"/>
                  <a:pt x="5632" y="1130"/>
                  <a:pt x="5626" y="1143"/>
                </a:cubicBezTo>
                <a:cubicBezTo>
                  <a:pt x="5652" y="1136"/>
                  <a:pt x="5666" y="1150"/>
                  <a:pt x="5686" y="1150"/>
                </a:cubicBezTo>
                <a:cubicBezTo>
                  <a:pt x="5686" y="1136"/>
                  <a:pt x="5679" y="1130"/>
                  <a:pt x="5666" y="1123"/>
                </a:cubicBezTo>
                <a:close/>
                <a:moveTo>
                  <a:pt x="612" y="1108"/>
                </a:moveTo>
                <a:cubicBezTo>
                  <a:pt x="627" y="1108"/>
                  <a:pt x="642" y="1118"/>
                  <a:pt x="652" y="1123"/>
                </a:cubicBezTo>
                <a:cubicBezTo>
                  <a:pt x="638" y="1163"/>
                  <a:pt x="612" y="1123"/>
                  <a:pt x="592" y="1116"/>
                </a:cubicBezTo>
                <a:cubicBezTo>
                  <a:pt x="598" y="1110"/>
                  <a:pt x="605" y="1108"/>
                  <a:pt x="612" y="1108"/>
                </a:cubicBezTo>
                <a:close/>
                <a:moveTo>
                  <a:pt x="5716" y="1103"/>
                </a:moveTo>
                <a:cubicBezTo>
                  <a:pt x="5730" y="1102"/>
                  <a:pt x="5749" y="1110"/>
                  <a:pt x="5766" y="1110"/>
                </a:cubicBezTo>
                <a:cubicBezTo>
                  <a:pt x="5746" y="1123"/>
                  <a:pt x="5726" y="1104"/>
                  <a:pt x="5699" y="1116"/>
                </a:cubicBezTo>
                <a:cubicBezTo>
                  <a:pt x="5702" y="1106"/>
                  <a:pt x="5708" y="1103"/>
                  <a:pt x="5716" y="1103"/>
                </a:cubicBezTo>
                <a:close/>
                <a:moveTo>
                  <a:pt x="5559" y="1093"/>
                </a:moveTo>
                <a:cubicBezTo>
                  <a:pt x="5566" y="1093"/>
                  <a:pt x="5574" y="1094"/>
                  <a:pt x="5579" y="1097"/>
                </a:cubicBezTo>
                <a:cubicBezTo>
                  <a:pt x="5579" y="1116"/>
                  <a:pt x="5552" y="1104"/>
                  <a:pt x="5552" y="1110"/>
                </a:cubicBezTo>
                <a:cubicBezTo>
                  <a:pt x="5540" y="1098"/>
                  <a:pt x="5548" y="1093"/>
                  <a:pt x="5559" y="1093"/>
                </a:cubicBezTo>
                <a:close/>
                <a:moveTo>
                  <a:pt x="5933" y="1084"/>
                </a:moveTo>
                <a:cubicBezTo>
                  <a:pt x="5885" y="1084"/>
                  <a:pt x="5834" y="1098"/>
                  <a:pt x="5819" y="1124"/>
                </a:cubicBezTo>
                <a:cubicBezTo>
                  <a:pt x="5879" y="1117"/>
                  <a:pt x="5966" y="1163"/>
                  <a:pt x="6006" y="1104"/>
                </a:cubicBezTo>
                <a:cubicBezTo>
                  <a:pt x="6013" y="1104"/>
                  <a:pt x="6013" y="1110"/>
                  <a:pt x="6020" y="1110"/>
                </a:cubicBezTo>
                <a:cubicBezTo>
                  <a:pt x="6005" y="1093"/>
                  <a:pt x="5970" y="1085"/>
                  <a:pt x="5933" y="1084"/>
                </a:cubicBezTo>
                <a:close/>
                <a:moveTo>
                  <a:pt x="5526" y="1077"/>
                </a:moveTo>
                <a:cubicBezTo>
                  <a:pt x="5512" y="1090"/>
                  <a:pt x="5486" y="1090"/>
                  <a:pt x="5499" y="1117"/>
                </a:cubicBezTo>
                <a:cubicBezTo>
                  <a:pt x="5466" y="1110"/>
                  <a:pt x="5446" y="1090"/>
                  <a:pt x="5392" y="1097"/>
                </a:cubicBezTo>
                <a:cubicBezTo>
                  <a:pt x="5432" y="1084"/>
                  <a:pt x="5472" y="1077"/>
                  <a:pt x="5526" y="1077"/>
                </a:cubicBezTo>
                <a:close/>
                <a:moveTo>
                  <a:pt x="5292" y="1077"/>
                </a:moveTo>
                <a:cubicBezTo>
                  <a:pt x="5312" y="1084"/>
                  <a:pt x="5299" y="1130"/>
                  <a:pt x="5325" y="1130"/>
                </a:cubicBezTo>
                <a:cubicBezTo>
                  <a:pt x="5305" y="1163"/>
                  <a:pt x="5272" y="1116"/>
                  <a:pt x="5272" y="1084"/>
                </a:cubicBezTo>
                <a:cubicBezTo>
                  <a:pt x="5285" y="1084"/>
                  <a:pt x="5292" y="1084"/>
                  <a:pt x="5292" y="1077"/>
                </a:cubicBezTo>
                <a:close/>
                <a:moveTo>
                  <a:pt x="5688" y="1062"/>
                </a:moveTo>
                <a:cubicBezTo>
                  <a:pt x="5662" y="1063"/>
                  <a:pt x="5640" y="1070"/>
                  <a:pt x="5632" y="1090"/>
                </a:cubicBezTo>
                <a:cubicBezTo>
                  <a:pt x="5666" y="1104"/>
                  <a:pt x="5692" y="1104"/>
                  <a:pt x="5713" y="1143"/>
                </a:cubicBezTo>
                <a:cubicBezTo>
                  <a:pt x="5746" y="1123"/>
                  <a:pt x="5806" y="1136"/>
                  <a:pt x="5813" y="1097"/>
                </a:cubicBezTo>
                <a:cubicBezTo>
                  <a:pt x="5788" y="1080"/>
                  <a:pt x="5731" y="1061"/>
                  <a:pt x="5688" y="1062"/>
                </a:cubicBezTo>
                <a:close/>
                <a:moveTo>
                  <a:pt x="4878" y="1050"/>
                </a:moveTo>
                <a:cubicBezTo>
                  <a:pt x="4878" y="1064"/>
                  <a:pt x="4891" y="1064"/>
                  <a:pt x="4884" y="1077"/>
                </a:cubicBezTo>
                <a:cubicBezTo>
                  <a:pt x="4878" y="1070"/>
                  <a:pt x="4858" y="1070"/>
                  <a:pt x="4844" y="1070"/>
                </a:cubicBezTo>
                <a:cubicBezTo>
                  <a:pt x="4851" y="1057"/>
                  <a:pt x="4864" y="1050"/>
                  <a:pt x="4878" y="1050"/>
                </a:cubicBezTo>
                <a:close/>
                <a:moveTo>
                  <a:pt x="1299" y="1040"/>
                </a:moveTo>
                <a:cubicBezTo>
                  <a:pt x="1307" y="1040"/>
                  <a:pt x="1315" y="1041"/>
                  <a:pt x="1319" y="1044"/>
                </a:cubicBezTo>
                <a:cubicBezTo>
                  <a:pt x="1306" y="1050"/>
                  <a:pt x="1292" y="1070"/>
                  <a:pt x="1259" y="1070"/>
                </a:cubicBezTo>
                <a:cubicBezTo>
                  <a:pt x="1259" y="1047"/>
                  <a:pt x="1281" y="1040"/>
                  <a:pt x="1299" y="1040"/>
                </a:cubicBezTo>
                <a:close/>
                <a:moveTo>
                  <a:pt x="2808" y="1011"/>
                </a:moveTo>
                <a:cubicBezTo>
                  <a:pt x="2795" y="1024"/>
                  <a:pt x="2801" y="1050"/>
                  <a:pt x="2821" y="1057"/>
                </a:cubicBezTo>
                <a:cubicBezTo>
                  <a:pt x="2828" y="1044"/>
                  <a:pt x="2821" y="1017"/>
                  <a:pt x="2808" y="1011"/>
                </a:cubicBezTo>
                <a:close/>
                <a:moveTo>
                  <a:pt x="2761" y="1011"/>
                </a:moveTo>
                <a:cubicBezTo>
                  <a:pt x="2735" y="1011"/>
                  <a:pt x="2728" y="1024"/>
                  <a:pt x="2721" y="1044"/>
                </a:cubicBezTo>
                <a:cubicBezTo>
                  <a:pt x="2741" y="1064"/>
                  <a:pt x="2755" y="1031"/>
                  <a:pt x="2761" y="1011"/>
                </a:cubicBezTo>
                <a:close/>
                <a:moveTo>
                  <a:pt x="3409" y="1006"/>
                </a:moveTo>
                <a:cubicBezTo>
                  <a:pt x="3400" y="1006"/>
                  <a:pt x="3392" y="1007"/>
                  <a:pt x="3389" y="1011"/>
                </a:cubicBezTo>
                <a:cubicBezTo>
                  <a:pt x="3382" y="1031"/>
                  <a:pt x="3395" y="1031"/>
                  <a:pt x="3395" y="1044"/>
                </a:cubicBezTo>
                <a:cubicBezTo>
                  <a:pt x="3415" y="1037"/>
                  <a:pt x="3422" y="1031"/>
                  <a:pt x="3429" y="1011"/>
                </a:cubicBezTo>
                <a:cubicBezTo>
                  <a:pt x="3425" y="1007"/>
                  <a:pt x="3417" y="1006"/>
                  <a:pt x="3409" y="1006"/>
                </a:cubicBezTo>
                <a:close/>
                <a:moveTo>
                  <a:pt x="1953" y="1004"/>
                </a:moveTo>
                <a:cubicBezTo>
                  <a:pt x="1974" y="1004"/>
                  <a:pt x="1980" y="1017"/>
                  <a:pt x="2000" y="1011"/>
                </a:cubicBezTo>
                <a:cubicBezTo>
                  <a:pt x="1986" y="1017"/>
                  <a:pt x="1966" y="1044"/>
                  <a:pt x="1946" y="1024"/>
                </a:cubicBezTo>
                <a:cubicBezTo>
                  <a:pt x="1953" y="1017"/>
                  <a:pt x="1953" y="1017"/>
                  <a:pt x="1953" y="1004"/>
                </a:cubicBezTo>
                <a:close/>
                <a:moveTo>
                  <a:pt x="1166" y="1004"/>
                </a:moveTo>
                <a:cubicBezTo>
                  <a:pt x="1152" y="1031"/>
                  <a:pt x="1199" y="1051"/>
                  <a:pt x="1219" y="1031"/>
                </a:cubicBezTo>
                <a:cubicBezTo>
                  <a:pt x="1212" y="1077"/>
                  <a:pt x="1199" y="1057"/>
                  <a:pt x="1179" y="1090"/>
                </a:cubicBezTo>
                <a:cubicBezTo>
                  <a:pt x="1139" y="1090"/>
                  <a:pt x="1139" y="1037"/>
                  <a:pt x="1132" y="1017"/>
                </a:cubicBezTo>
                <a:cubicBezTo>
                  <a:pt x="1139" y="1011"/>
                  <a:pt x="1152" y="1004"/>
                  <a:pt x="1166" y="1004"/>
                </a:cubicBezTo>
                <a:close/>
                <a:moveTo>
                  <a:pt x="2423" y="1004"/>
                </a:moveTo>
                <a:cubicBezTo>
                  <a:pt x="2414" y="1004"/>
                  <a:pt x="2407" y="1008"/>
                  <a:pt x="2401" y="1018"/>
                </a:cubicBezTo>
                <a:cubicBezTo>
                  <a:pt x="2434" y="1018"/>
                  <a:pt x="2408" y="1044"/>
                  <a:pt x="2421" y="1058"/>
                </a:cubicBezTo>
                <a:cubicBezTo>
                  <a:pt x="2441" y="1037"/>
                  <a:pt x="2481" y="1044"/>
                  <a:pt x="2514" y="1051"/>
                </a:cubicBezTo>
                <a:cubicBezTo>
                  <a:pt x="2514" y="1037"/>
                  <a:pt x="2528" y="1031"/>
                  <a:pt x="2521" y="1017"/>
                </a:cubicBezTo>
                <a:cubicBezTo>
                  <a:pt x="2495" y="1048"/>
                  <a:pt x="2453" y="1003"/>
                  <a:pt x="2423" y="1004"/>
                </a:cubicBezTo>
                <a:close/>
                <a:moveTo>
                  <a:pt x="2541" y="997"/>
                </a:moveTo>
                <a:cubicBezTo>
                  <a:pt x="2554" y="1024"/>
                  <a:pt x="2528" y="1010"/>
                  <a:pt x="2534" y="1030"/>
                </a:cubicBezTo>
                <a:cubicBezTo>
                  <a:pt x="2554" y="1030"/>
                  <a:pt x="2568" y="1030"/>
                  <a:pt x="2574" y="1044"/>
                </a:cubicBezTo>
                <a:cubicBezTo>
                  <a:pt x="2581" y="1031"/>
                  <a:pt x="2608" y="1017"/>
                  <a:pt x="2594" y="1004"/>
                </a:cubicBezTo>
                <a:cubicBezTo>
                  <a:pt x="2568" y="1010"/>
                  <a:pt x="2561" y="1010"/>
                  <a:pt x="2541" y="997"/>
                </a:cubicBezTo>
                <a:close/>
                <a:moveTo>
                  <a:pt x="4878" y="991"/>
                </a:moveTo>
                <a:cubicBezTo>
                  <a:pt x="4891" y="997"/>
                  <a:pt x="4884" y="1011"/>
                  <a:pt x="4884" y="1017"/>
                </a:cubicBezTo>
                <a:cubicBezTo>
                  <a:pt x="4871" y="1024"/>
                  <a:pt x="4878" y="1004"/>
                  <a:pt x="4864" y="1004"/>
                </a:cubicBezTo>
                <a:cubicBezTo>
                  <a:pt x="4864" y="997"/>
                  <a:pt x="4878" y="1004"/>
                  <a:pt x="4878" y="991"/>
                </a:cubicBezTo>
                <a:close/>
                <a:moveTo>
                  <a:pt x="5005" y="977"/>
                </a:moveTo>
                <a:cubicBezTo>
                  <a:pt x="5005" y="977"/>
                  <a:pt x="5005" y="977"/>
                  <a:pt x="5032" y="977"/>
                </a:cubicBezTo>
                <a:cubicBezTo>
                  <a:pt x="5025" y="997"/>
                  <a:pt x="5038" y="1011"/>
                  <a:pt x="5005" y="1011"/>
                </a:cubicBezTo>
                <a:cubicBezTo>
                  <a:pt x="4991" y="1004"/>
                  <a:pt x="5012" y="997"/>
                  <a:pt x="5005" y="977"/>
                </a:cubicBezTo>
                <a:close/>
                <a:moveTo>
                  <a:pt x="1252" y="977"/>
                </a:moveTo>
                <a:cubicBezTo>
                  <a:pt x="1286" y="977"/>
                  <a:pt x="1239" y="1017"/>
                  <a:pt x="1279" y="1011"/>
                </a:cubicBezTo>
                <a:cubicBezTo>
                  <a:pt x="1279" y="1011"/>
                  <a:pt x="1279" y="1011"/>
                  <a:pt x="1279" y="1024"/>
                </a:cubicBezTo>
                <a:cubicBezTo>
                  <a:pt x="1272" y="1024"/>
                  <a:pt x="1272" y="1024"/>
                  <a:pt x="1272" y="1031"/>
                </a:cubicBezTo>
                <a:cubicBezTo>
                  <a:pt x="1266" y="1031"/>
                  <a:pt x="1259" y="997"/>
                  <a:pt x="1252" y="1017"/>
                </a:cubicBezTo>
                <a:cubicBezTo>
                  <a:pt x="1246" y="1011"/>
                  <a:pt x="1246" y="1004"/>
                  <a:pt x="1246" y="991"/>
                </a:cubicBezTo>
                <a:cubicBezTo>
                  <a:pt x="1246" y="991"/>
                  <a:pt x="1246" y="991"/>
                  <a:pt x="1259" y="991"/>
                </a:cubicBezTo>
                <a:cubicBezTo>
                  <a:pt x="1259" y="991"/>
                  <a:pt x="1252" y="984"/>
                  <a:pt x="1252" y="977"/>
                </a:cubicBezTo>
                <a:close/>
                <a:moveTo>
                  <a:pt x="7480" y="976"/>
                </a:moveTo>
                <a:cubicBezTo>
                  <a:pt x="7488" y="976"/>
                  <a:pt x="7498" y="977"/>
                  <a:pt x="7508" y="977"/>
                </a:cubicBezTo>
                <a:cubicBezTo>
                  <a:pt x="7508" y="991"/>
                  <a:pt x="7482" y="984"/>
                  <a:pt x="7462" y="984"/>
                </a:cubicBezTo>
                <a:cubicBezTo>
                  <a:pt x="7465" y="978"/>
                  <a:pt x="7472" y="976"/>
                  <a:pt x="7480" y="976"/>
                </a:cubicBezTo>
                <a:close/>
                <a:moveTo>
                  <a:pt x="1154" y="974"/>
                </a:moveTo>
                <a:cubicBezTo>
                  <a:pt x="1169" y="973"/>
                  <a:pt x="1189" y="990"/>
                  <a:pt x="1206" y="984"/>
                </a:cubicBezTo>
                <a:cubicBezTo>
                  <a:pt x="1192" y="1004"/>
                  <a:pt x="1179" y="991"/>
                  <a:pt x="1152" y="991"/>
                </a:cubicBezTo>
                <a:cubicBezTo>
                  <a:pt x="1159" y="984"/>
                  <a:pt x="1159" y="977"/>
                  <a:pt x="1146" y="977"/>
                </a:cubicBezTo>
                <a:cubicBezTo>
                  <a:pt x="1148" y="975"/>
                  <a:pt x="1151" y="974"/>
                  <a:pt x="1154" y="974"/>
                </a:cubicBezTo>
                <a:close/>
                <a:moveTo>
                  <a:pt x="4819" y="973"/>
                </a:moveTo>
                <a:cubicBezTo>
                  <a:pt x="4813" y="973"/>
                  <a:pt x="4807" y="977"/>
                  <a:pt x="4804" y="984"/>
                </a:cubicBezTo>
                <a:cubicBezTo>
                  <a:pt x="4818" y="991"/>
                  <a:pt x="4818" y="1004"/>
                  <a:pt x="4838" y="997"/>
                </a:cubicBezTo>
                <a:cubicBezTo>
                  <a:pt x="4842" y="981"/>
                  <a:pt x="4830" y="972"/>
                  <a:pt x="4819" y="973"/>
                </a:cubicBezTo>
                <a:close/>
                <a:moveTo>
                  <a:pt x="529" y="953"/>
                </a:moveTo>
                <a:cubicBezTo>
                  <a:pt x="524" y="953"/>
                  <a:pt x="520" y="956"/>
                  <a:pt x="518" y="965"/>
                </a:cubicBezTo>
                <a:cubicBezTo>
                  <a:pt x="532" y="971"/>
                  <a:pt x="558" y="985"/>
                  <a:pt x="565" y="971"/>
                </a:cubicBezTo>
                <a:cubicBezTo>
                  <a:pt x="556" y="967"/>
                  <a:pt x="540" y="953"/>
                  <a:pt x="529" y="953"/>
                </a:cubicBezTo>
                <a:close/>
                <a:moveTo>
                  <a:pt x="5499" y="924"/>
                </a:moveTo>
                <a:cubicBezTo>
                  <a:pt x="5491" y="924"/>
                  <a:pt x="5486" y="926"/>
                  <a:pt x="5486" y="931"/>
                </a:cubicBezTo>
                <a:cubicBezTo>
                  <a:pt x="5499" y="931"/>
                  <a:pt x="5492" y="965"/>
                  <a:pt x="5512" y="958"/>
                </a:cubicBezTo>
                <a:cubicBezTo>
                  <a:pt x="5519" y="951"/>
                  <a:pt x="5532" y="945"/>
                  <a:pt x="5532" y="931"/>
                </a:cubicBezTo>
                <a:cubicBezTo>
                  <a:pt x="5528" y="927"/>
                  <a:pt x="5511" y="923"/>
                  <a:pt x="5499" y="924"/>
                </a:cubicBezTo>
                <a:close/>
                <a:moveTo>
                  <a:pt x="1937" y="919"/>
                </a:moveTo>
                <a:cubicBezTo>
                  <a:pt x="1967" y="919"/>
                  <a:pt x="1997" y="923"/>
                  <a:pt x="2020" y="931"/>
                </a:cubicBezTo>
                <a:cubicBezTo>
                  <a:pt x="2027" y="958"/>
                  <a:pt x="2007" y="931"/>
                  <a:pt x="1987" y="938"/>
                </a:cubicBezTo>
                <a:cubicBezTo>
                  <a:pt x="1966" y="945"/>
                  <a:pt x="2000" y="945"/>
                  <a:pt x="1994" y="965"/>
                </a:cubicBezTo>
                <a:cubicBezTo>
                  <a:pt x="1927" y="977"/>
                  <a:pt x="1894" y="951"/>
                  <a:pt x="1834" y="931"/>
                </a:cubicBezTo>
                <a:cubicBezTo>
                  <a:pt x="1860" y="924"/>
                  <a:pt x="1899" y="918"/>
                  <a:pt x="1937" y="919"/>
                </a:cubicBezTo>
                <a:close/>
                <a:moveTo>
                  <a:pt x="2267" y="914"/>
                </a:moveTo>
                <a:cubicBezTo>
                  <a:pt x="2253" y="915"/>
                  <a:pt x="2236" y="922"/>
                  <a:pt x="2221" y="918"/>
                </a:cubicBezTo>
                <a:cubicBezTo>
                  <a:pt x="2221" y="951"/>
                  <a:pt x="2274" y="925"/>
                  <a:pt x="2294" y="931"/>
                </a:cubicBezTo>
                <a:cubicBezTo>
                  <a:pt x="2288" y="917"/>
                  <a:pt x="2279" y="914"/>
                  <a:pt x="2267" y="914"/>
                </a:cubicBezTo>
                <a:close/>
                <a:moveTo>
                  <a:pt x="2341" y="914"/>
                </a:moveTo>
                <a:cubicBezTo>
                  <a:pt x="2331" y="913"/>
                  <a:pt x="2321" y="916"/>
                  <a:pt x="2321" y="925"/>
                </a:cubicBezTo>
                <a:cubicBezTo>
                  <a:pt x="2327" y="931"/>
                  <a:pt x="2354" y="938"/>
                  <a:pt x="2354" y="918"/>
                </a:cubicBezTo>
                <a:cubicBezTo>
                  <a:pt x="2352" y="915"/>
                  <a:pt x="2346" y="914"/>
                  <a:pt x="2341" y="914"/>
                </a:cubicBezTo>
                <a:close/>
                <a:moveTo>
                  <a:pt x="1379" y="913"/>
                </a:moveTo>
                <a:cubicBezTo>
                  <a:pt x="1427" y="913"/>
                  <a:pt x="1476" y="914"/>
                  <a:pt x="1526" y="919"/>
                </a:cubicBezTo>
                <a:cubicBezTo>
                  <a:pt x="1513" y="938"/>
                  <a:pt x="1486" y="938"/>
                  <a:pt x="1479" y="958"/>
                </a:cubicBezTo>
                <a:cubicBezTo>
                  <a:pt x="1446" y="951"/>
                  <a:pt x="1406" y="951"/>
                  <a:pt x="1366" y="958"/>
                </a:cubicBezTo>
                <a:cubicBezTo>
                  <a:pt x="1292" y="965"/>
                  <a:pt x="1232" y="918"/>
                  <a:pt x="1166" y="938"/>
                </a:cubicBezTo>
                <a:cubicBezTo>
                  <a:pt x="1152" y="925"/>
                  <a:pt x="1119" y="931"/>
                  <a:pt x="1105" y="919"/>
                </a:cubicBezTo>
                <a:cubicBezTo>
                  <a:pt x="1179" y="919"/>
                  <a:pt x="1274" y="912"/>
                  <a:pt x="1379" y="913"/>
                </a:cubicBezTo>
                <a:close/>
                <a:moveTo>
                  <a:pt x="4711" y="905"/>
                </a:moveTo>
                <a:cubicBezTo>
                  <a:pt x="4744" y="957"/>
                  <a:pt x="4804" y="951"/>
                  <a:pt x="4858" y="984"/>
                </a:cubicBezTo>
                <a:cubicBezTo>
                  <a:pt x="4851" y="997"/>
                  <a:pt x="4838" y="1004"/>
                  <a:pt x="4824" y="1011"/>
                </a:cubicBezTo>
                <a:cubicBezTo>
                  <a:pt x="4771" y="1004"/>
                  <a:pt x="4697" y="971"/>
                  <a:pt x="4644" y="984"/>
                </a:cubicBezTo>
                <a:cubicBezTo>
                  <a:pt x="4644" y="984"/>
                  <a:pt x="4644" y="984"/>
                  <a:pt x="4644" y="1011"/>
                </a:cubicBezTo>
                <a:cubicBezTo>
                  <a:pt x="4604" y="1011"/>
                  <a:pt x="4597" y="1011"/>
                  <a:pt x="4577" y="1004"/>
                </a:cubicBezTo>
                <a:cubicBezTo>
                  <a:pt x="4577" y="991"/>
                  <a:pt x="4571" y="991"/>
                  <a:pt x="4571" y="984"/>
                </a:cubicBezTo>
                <a:cubicBezTo>
                  <a:pt x="4571" y="984"/>
                  <a:pt x="4571" y="984"/>
                  <a:pt x="4553" y="984"/>
                </a:cubicBezTo>
                <a:lnTo>
                  <a:pt x="4551" y="984"/>
                </a:lnTo>
                <a:cubicBezTo>
                  <a:pt x="4511" y="991"/>
                  <a:pt x="4430" y="1010"/>
                  <a:pt x="4390" y="1037"/>
                </a:cubicBezTo>
                <a:cubicBezTo>
                  <a:pt x="4377" y="1030"/>
                  <a:pt x="4397" y="1024"/>
                  <a:pt x="4384" y="1017"/>
                </a:cubicBezTo>
                <a:cubicBezTo>
                  <a:pt x="4364" y="1017"/>
                  <a:pt x="4370" y="1044"/>
                  <a:pt x="4344" y="1037"/>
                </a:cubicBezTo>
                <a:cubicBezTo>
                  <a:pt x="4357" y="991"/>
                  <a:pt x="4397" y="1017"/>
                  <a:pt x="4424" y="984"/>
                </a:cubicBezTo>
                <a:cubicBezTo>
                  <a:pt x="4397" y="977"/>
                  <a:pt x="4377" y="971"/>
                  <a:pt x="4324" y="977"/>
                </a:cubicBezTo>
                <a:cubicBezTo>
                  <a:pt x="4324" y="938"/>
                  <a:pt x="4270" y="951"/>
                  <a:pt x="4244" y="938"/>
                </a:cubicBezTo>
                <a:cubicBezTo>
                  <a:pt x="4237" y="958"/>
                  <a:pt x="4264" y="945"/>
                  <a:pt x="4257" y="965"/>
                </a:cubicBezTo>
                <a:cubicBezTo>
                  <a:pt x="4230" y="945"/>
                  <a:pt x="4157" y="977"/>
                  <a:pt x="4143" y="938"/>
                </a:cubicBezTo>
                <a:cubicBezTo>
                  <a:pt x="4177" y="938"/>
                  <a:pt x="4190" y="931"/>
                  <a:pt x="4190" y="911"/>
                </a:cubicBezTo>
                <a:cubicBezTo>
                  <a:pt x="4217" y="931"/>
                  <a:pt x="4270" y="925"/>
                  <a:pt x="4297" y="918"/>
                </a:cubicBezTo>
                <a:cubicBezTo>
                  <a:pt x="4310" y="905"/>
                  <a:pt x="4290" y="938"/>
                  <a:pt x="4310" y="938"/>
                </a:cubicBezTo>
                <a:cubicBezTo>
                  <a:pt x="4350" y="911"/>
                  <a:pt x="4437" y="938"/>
                  <a:pt x="4484" y="938"/>
                </a:cubicBezTo>
                <a:cubicBezTo>
                  <a:pt x="4491" y="931"/>
                  <a:pt x="4491" y="925"/>
                  <a:pt x="4497" y="918"/>
                </a:cubicBezTo>
                <a:cubicBezTo>
                  <a:pt x="4557" y="945"/>
                  <a:pt x="4624" y="958"/>
                  <a:pt x="4684" y="945"/>
                </a:cubicBezTo>
                <a:cubicBezTo>
                  <a:pt x="4697" y="938"/>
                  <a:pt x="4671" y="918"/>
                  <a:pt x="4657" y="918"/>
                </a:cubicBezTo>
                <a:cubicBezTo>
                  <a:pt x="4671" y="905"/>
                  <a:pt x="4697" y="918"/>
                  <a:pt x="4711" y="905"/>
                </a:cubicBezTo>
                <a:close/>
                <a:moveTo>
                  <a:pt x="1061" y="903"/>
                </a:moveTo>
                <a:cubicBezTo>
                  <a:pt x="1073" y="903"/>
                  <a:pt x="1092" y="915"/>
                  <a:pt x="1092" y="925"/>
                </a:cubicBezTo>
                <a:cubicBezTo>
                  <a:pt x="1079" y="918"/>
                  <a:pt x="1059" y="918"/>
                  <a:pt x="1052" y="911"/>
                </a:cubicBezTo>
                <a:cubicBezTo>
                  <a:pt x="1052" y="905"/>
                  <a:pt x="1056" y="903"/>
                  <a:pt x="1061" y="903"/>
                </a:cubicBezTo>
                <a:close/>
                <a:moveTo>
                  <a:pt x="5045" y="892"/>
                </a:moveTo>
                <a:cubicBezTo>
                  <a:pt x="5072" y="899"/>
                  <a:pt x="5112" y="905"/>
                  <a:pt x="5139" y="899"/>
                </a:cubicBezTo>
                <a:cubicBezTo>
                  <a:pt x="5125" y="918"/>
                  <a:pt x="5092" y="925"/>
                  <a:pt x="5085" y="958"/>
                </a:cubicBezTo>
                <a:cubicBezTo>
                  <a:pt x="5005" y="958"/>
                  <a:pt x="4938" y="925"/>
                  <a:pt x="4812" y="951"/>
                </a:cubicBezTo>
                <a:cubicBezTo>
                  <a:pt x="4878" y="905"/>
                  <a:pt x="4938" y="912"/>
                  <a:pt x="5038" y="905"/>
                </a:cubicBezTo>
                <a:cubicBezTo>
                  <a:pt x="5045" y="905"/>
                  <a:pt x="5045" y="899"/>
                  <a:pt x="5045" y="892"/>
                </a:cubicBezTo>
                <a:close/>
                <a:moveTo>
                  <a:pt x="3670" y="883"/>
                </a:moveTo>
                <a:cubicBezTo>
                  <a:pt x="3679" y="882"/>
                  <a:pt x="3700" y="892"/>
                  <a:pt x="3710" y="892"/>
                </a:cubicBezTo>
                <a:cubicBezTo>
                  <a:pt x="3696" y="919"/>
                  <a:pt x="3690" y="885"/>
                  <a:pt x="3670" y="892"/>
                </a:cubicBezTo>
                <a:cubicBezTo>
                  <a:pt x="3665" y="886"/>
                  <a:pt x="3666" y="883"/>
                  <a:pt x="3670" y="883"/>
                </a:cubicBezTo>
                <a:close/>
                <a:moveTo>
                  <a:pt x="1825" y="879"/>
                </a:moveTo>
                <a:cubicBezTo>
                  <a:pt x="1870" y="879"/>
                  <a:pt x="1925" y="885"/>
                  <a:pt x="1980" y="885"/>
                </a:cubicBezTo>
                <a:cubicBezTo>
                  <a:pt x="1973" y="899"/>
                  <a:pt x="1980" y="905"/>
                  <a:pt x="1993" y="905"/>
                </a:cubicBezTo>
                <a:cubicBezTo>
                  <a:pt x="1986" y="912"/>
                  <a:pt x="1973" y="912"/>
                  <a:pt x="1960" y="912"/>
                </a:cubicBezTo>
                <a:cubicBezTo>
                  <a:pt x="1953" y="912"/>
                  <a:pt x="1953" y="899"/>
                  <a:pt x="1953" y="892"/>
                </a:cubicBezTo>
                <a:cubicBezTo>
                  <a:pt x="1913" y="925"/>
                  <a:pt x="1806" y="892"/>
                  <a:pt x="1773" y="885"/>
                </a:cubicBezTo>
                <a:cubicBezTo>
                  <a:pt x="1788" y="881"/>
                  <a:pt x="1805" y="879"/>
                  <a:pt x="1825" y="879"/>
                </a:cubicBezTo>
                <a:close/>
                <a:moveTo>
                  <a:pt x="1288" y="865"/>
                </a:moveTo>
                <a:cubicBezTo>
                  <a:pt x="1311" y="864"/>
                  <a:pt x="1337" y="880"/>
                  <a:pt x="1352" y="885"/>
                </a:cubicBezTo>
                <a:cubicBezTo>
                  <a:pt x="1326" y="905"/>
                  <a:pt x="1292" y="879"/>
                  <a:pt x="1266" y="872"/>
                </a:cubicBezTo>
                <a:cubicBezTo>
                  <a:pt x="1272" y="867"/>
                  <a:pt x="1280" y="865"/>
                  <a:pt x="1288" y="865"/>
                </a:cubicBezTo>
                <a:close/>
                <a:moveTo>
                  <a:pt x="7515" y="859"/>
                </a:moveTo>
                <a:cubicBezTo>
                  <a:pt x="7495" y="859"/>
                  <a:pt x="7475" y="859"/>
                  <a:pt x="7468" y="865"/>
                </a:cubicBezTo>
                <a:cubicBezTo>
                  <a:pt x="7468" y="892"/>
                  <a:pt x="7515" y="872"/>
                  <a:pt x="7515" y="859"/>
                </a:cubicBezTo>
                <a:close/>
                <a:moveTo>
                  <a:pt x="4872" y="837"/>
                </a:moveTo>
                <a:cubicBezTo>
                  <a:pt x="4885" y="837"/>
                  <a:pt x="4898" y="840"/>
                  <a:pt x="4911" y="845"/>
                </a:cubicBezTo>
                <a:cubicBezTo>
                  <a:pt x="4891" y="859"/>
                  <a:pt x="4851" y="865"/>
                  <a:pt x="4818" y="865"/>
                </a:cubicBezTo>
                <a:cubicBezTo>
                  <a:pt x="4830" y="845"/>
                  <a:pt x="4850" y="837"/>
                  <a:pt x="4872" y="837"/>
                </a:cubicBezTo>
                <a:close/>
                <a:moveTo>
                  <a:pt x="362" y="836"/>
                </a:moveTo>
                <a:cubicBezTo>
                  <a:pt x="416" y="837"/>
                  <a:pt x="508" y="886"/>
                  <a:pt x="531" y="904"/>
                </a:cubicBezTo>
                <a:cubicBezTo>
                  <a:pt x="644" y="884"/>
                  <a:pt x="731" y="950"/>
                  <a:pt x="811" y="983"/>
                </a:cubicBezTo>
                <a:cubicBezTo>
                  <a:pt x="805" y="997"/>
                  <a:pt x="778" y="990"/>
                  <a:pt x="778" y="1004"/>
                </a:cubicBezTo>
                <a:cubicBezTo>
                  <a:pt x="731" y="963"/>
                  <a:pt x="664" y="963"/>
                  <a:pt x="611" y="983"/>
                </a:cubicBezTo>
                <a:cubicBezTo>
                  <a:pt x="618" y="997"/>
                  <a:pt x="644" y="1004"/>
                  <a:pt x="658" y="1017"/>
                </a:cubicBezTo>
                <a:cubicBezTo>
                  <a:pt x="604" y="1030"/>
                  <a:pt x="538" y="1030"/>
                  <a:pt x="478" y="1037"/>
                </a:cubicBezTo>
                <a:cubicBezTo>
                  <a:pt x="457" y="1044"/>
                  <a:pt x="504" y="1057"/>
                  <a:pt x="484" y="1070"/>
                </a:cubicBezTo>
                <a:cubicBezTo>
                  <a:pt x="464" y="1077"/>
                  <a:pt x="471" y="1050"/>
                  <a:pt x="451" y="1064"/>
                </a:cubicBezTo>
                <a:cubicBezTo>
                  <a:pt x="464" y="997"/>
                  <a:pt x="391" y="1024"/>
                  <a:pt x="377" y="984"/>
                </a:cubicBezTo>
                <a:cubicBezTo>
                  <a:pt x="391" y="965"/>
                  <a:pt x="404" y="945"/>
                  <a:pt x="437" y="938"/>
                </a:cubicBezTo>
                <a:cubicBezTo>
                  <a:pt x="417" y="899"/>
                  <a:pt x="337" y="918"/>
                  <a:pt x="324" y="872"/>
                </a:cubicBezTo>
                <a:cubicBezTo>
                  <a:pt x="322" y="845"/>
                  <a:pt x="338" y="835"/>
                  <a:pt x="362" y="836"/>
                </a:cubicBezTo>
                <a:close/>
                <a:moveTo>
                  <a:pt x="3523" y="825"/>
                </a:moveTo>
                <a:cubicBezTo>
                  <a:pt x="3569" y="845"/>
                  <a:pt x="3590" y="832"/>
                  <a:pt x="3616" y="845"/>
                </a:cubicBezTo>
                <a:cubicBezTo>
                  <a:pt x="3623" y="859"/>
                  <a:pt x="3610" y="859"/>
                  <a:pt x="3596" y="859"/>
                </a:cubicBezTo>
                <a:cubicBezTo>
                  <a:pt x="3603" y="872"/>
                  <a:pt x="3616" y="879"/>
                  <a:pt x="3636" y="879"/>
                </a:cubicBezTo>
                <a:cubicBezTo>
                  <a:pt x="3603" y="905"/>
                  <a:pt x="3536" y="879"/>
                  <a:pt x="3496" y="879"/>
                </a:cubicBezTo>
                <a:cubicBezTo>
                  <a:pt x="3496" y="845"/>
                  <a:pt x="3536" y="879"/>
                  <a:pt x="3523" y="825"/>
                </a:cubicBezTo>
                <a:close/>
                <a:moveTo>
                  <a:pt x="4444" y="817"/>
                </a:moveTo>
                <a:cubicBezTo>
                  <a:pt x="4446" y="817"/>
                  <a:pt x="4448" y="818"/>
                  <a:pt x="4450" y="818"/>
                </a:cubicBezTo>
                <a:cubicBezTo>
                  <a:pt x="4457" y="818"/>
                  <a:pt x="4457" y="825"/>
                  <a:pt x="4457" y="832"/>
                </a:cubicBezTo>
                <a:cubicBezTo>
                  <a:pt x="4471" y="818"/>
                  <a:pt x="4491" y="818"/>
                  <a:pt x="4511" y="818"/>
                </a:cubicBezTo>
                <a:cubicBezTo>
                  <a:pt x="4491" y="838"/>
                  <a:pt x="4457" y="838"/>
                  <a:pt x="4424" y="845"/>
                </a:cubicBezTo>
                <a:cubicBezTo>
                  <a:pt x="4424" y="832"/>
                  <a:pt x="4404" y="838"/>
                  <a:pt x="4410" y="825"/>
                </a:cubicBezTo>
                <a:cubicBezTo>
                  <a:pt x="4422" y="837"/>
                  <a:pt x="4429" y="818"/>
                  <a:pt x="4444" y="817"/>
                </a:cubicBezTo>
                <a:close/>
                <a:moveTo>
                  <a:pt x="4581" y="805"/>
                </a:moveTo>
                <a:cubicBezTo>
                  <a:pt x="4595" y="806"/>
                  <a:pt x="4609" y="809"/>
                  <a:pt x="4624" y="819"/>
                </a:cubicBezTo>
                <a:cubicBezTo>
                  <a:pt x="4624" y="879"/>
                  <a:pt x="4544" y="852"/>
                  <a:pt x="4517" y="812"/>
                </a:cubicBezTo>
                <a:cubicBezTo>
                  <a:pt x="4538" y="812"/>
                  <a:pt x="4559" y="805"/>
                  <a:pt x="4581" y="805"/>
                </a:cubicBezTo>
                <a:close/>
                <a:moveTo>
                  <a:pt x="3215" y="805"/>
                </a:moveTo>
                <a:cubicBezTo>
                  <a:pt x="3222" y="805"/>
                  <a:pt x="3242" y="825"/>
                  <a:pt x="3255" y="812"/>
                </a:cubicBezTo>
                <a:cubicBezTo>
                  <a:pt x="3275" y="825"/>
                  <a:pt x="3255" y="845"/>
                  <a:pt x="3289" y="845"/>
                </a:cubicBezTo>
                <a:cubicBezTo>
                  <a:pt x="3289" y="859"/>
                  <a:pt x="3275" y="859"/>
                  <a:pt x="3262" y="858"/>
                </a:cubicBezTo>
                <a:cubicBezTo>
                  <a:pt x="3269" y="818"/>
                  <a:pt x="3208" y="838"/>
                  <a:pt x="3215" y="805"/>
                </a:cubicBezTo>
                <a:close/>
                <a:moveTo>
                  <a:pt x="4717" y="799"/>
                </a:moveTo>
                <a:cubicBezTo>
                  <a:pt x="4744" y="799"/>
                  <a:pt x="4771" y="799"/>
                  <a:pt x="4784" y="819"/>
                </a:cubicBezTo>
                <a:cubicBezTo>
                  <a:pt x="4764" y="832"/>
                  <a:pt x="4758" y="852"/>
                  <a:pt x="4758" y="879"/>
                </a:cubicBezTo>
                <a:cubicBezTo>
                  <a:pt x="4724" y="872"/>
                  <a:pt x="4704" y="859"/>
                  <a:pt x="4691" y="845"/>
                </a:cubicBezTo>
                <a:cubicBezTo>
                  <a:pt x="4704" y="832"/>
                  <a:pt x="4724" y="832"/>
                  <a:pt x="4717" y="799"/>
                </a:cubicBezTo>
                <a:close/>
                <a:moveTo>
                  <a:pt x="1364" y="770"/>
                </a:moveTo>
                <a:cubicBezTo>
                  <a:pt x="1373" y="769"/>
                  <a:pt x="1381" y="773"/>
                  <a:pt x="1386" y="786"/>
                </a:cubicBezTo>
                <a:cubicBezTo>
                  <a:pt x="1386" y="799"/>
                  <a:pt x="1379" y="799"/>
                  <a:pt x="1379" y="812"/>
                </a:cubicBezTo>
                <a:cubicBezTo>
                  <a:pt x="1346" y="812"/>
                  <a:pt x="1306" y="819"/>
                  <a:pt x="1312" y="786"/>
                </a:cubicBezTo>
                <a:cubicBezTo>
                  <a:pt x="1329" y="782"/>
                  <a:pt x="1348" y="770"/>
                  <a:pt x="1364" y="770"/>
                </a:cubicBezTo>
                <a:close/>
                <a:moveTo>
                  <a:pt x="4317" y="755"/>
                </a:moveTo>
                <a:cubicBezTo>
                  <a:pt x="4323" y="756"/>
                  <a:pt x="4328" y="757"/>
                  <a:pt x="4330" y="760"/>
                </a:cubicBezTo>
                <a:cubicBezTo>
                  <a:pt x="4324" y="779"/>
                  <a:pt x="4310" y="766"/>
                  <a:pt x="4297" y="766"/>
                </a:cubicBezTo>
                <a:cubicBezTo>
                  <a:pt x="4297" y="758"/>
                  <a:pt x="4307" y="755"/>
                  <a:pt x="4317" y="755"/>
                </a:cubicBezTo>
                <a:close/>
                <a:moveTo>
                  <a:pt x="4204" y="752"/>
                </a:moveTo>
                <a:cubicBezTo>
                  <a:pt x="4217" y="766"/>
                  <a:pt x="4224" y="752"/>
                  <a:pt x="4237" y="752"/>
                </a:cubicBezTo>
                <a:cubicBezTo>
                  <a:pt x="4244" y="778"/>
                  <a:pt x="4277" y="778"/>
                  <a:pt x="4284" y="805"/>
                </a:cubicBezTo>
                <a:cubicBezTo>
                  <a:pt x="4277" y="818"/>
                  <a:pt x="4264" y="832"/>
                  <a:pt x="4244" y="825"/>
                </a:cubicBezTo>
                <a:cubicBezTo>
                  <a:pt x="4244" y="845"/>
                  <a:pt x="4270" y="838"/>
                  <a:pt x="4270" y="859"/>
                </a:cubicBezTo>
                <a:cubicBezTo>
                  <a:pt x="4210" y="859"/>
                  <a:pt x="4217" y="845"/>
                  <a:pt x="4184" y="838"/>
                </a:cubicBezTo>
                <a:cubicBezTo>
                  <a:pt x="4190" y="806"/>
                  <a:pt x="4170" y="799"/>
                  <a:pt x="4143" y="798"/>
                </a:cubicBezTo>
                <a:cubicBezTo>
                  <a:pt x="4170" y="786"/>
                  <a:pt x="4204" y="786"/>
                  <a:pt x="4204" y="752"/>
                </a:cubicBezTo>
                <a:close/>
                <a:moveTo>
                  <a:pt x="2530" y="737"/>
                </a:moveTo>
                <a:cubicBezTo>
                  <a:pt x="2523" y="738"/>
                  <a:pt x="2516" y="740"/>
                  <a:pt x="2508" y="746"/>
                </a:cubicBezTo>
                <a:cubicBezTo>
                  <a:pt x="2521" y="753"/>
                  <a:pt x="2568" y="760"/>
                  <a:pt x="2588" y="746"/>
                </a:cubicBezTo>
                <a:cubicBezTo>
                  <a:pt x="2560" y="746"/>
                  <a:pt x="2545" y="737"/>
                  <a:pt x="2530" y="737"/>
                </a:cubicBezTo>
                <a:close/>
                <a:moveTo>
                  <a:pt x="1312" y="720"/>
                </a:moveTo>
                <a:cubicBezTo>
                  <a:pt x="1326" y="726"/>
                  <a:pt x="1352" y="726"/>
                  <a:pt x="1379" y="726"/>
                </a:cubicBezTo>
                <a:cubicBezTo>
                  <a:pt x="1366" y="740"/>
                  <a:pt x="1346" y="746"/>
                  <a:pt x="1319" y="746"/>
                </a:cubicBezTo>
                <a:cubicBezTo>
                  <a:pt x="1312" y="740"/>
                  <a:pt x="1306" y="733"/>
                  <a:pt x="1312" y="720"/>
                </a:cubicBezTo>
                <a:close/>
                <a:moveTo>
                  <a:pt x="3999" y="713"/>
                </a:moveTo>
                <a:cubicBezTo>
                  <a:pt x="4019" y="714"/>
                  <a:pt x="4052" y="733"/>
                  <a:pt x="4077" y="733"/>
                </a:cubicBezTo>
                <a:cubicBezTo>
                  <a:pt x="4063" y="740"/>
                  <a:pt x="4003" y="733"/>
                  <a:pt x="3983" y="720"/>
                </a:cubicBezTo>
                <a:cubicBezTo>
                  <a:pt x="3987" y="715"/>
                  <a:pt x="3992" y="713"/>
                  <a:pt x="3999" y="713"/>
                </a:cubicBezTo>
                <a:close/>
                <a:moveTo>
                  <a:pt x="4363" y="712"/>
                </a:moveTo>
                <a:cubicBezTo>
                  <a:pt x="4386" y="712"/>
                  <a:pt x="4376" y="733"/>
                  <a:pt x="4417" y="733"/>
                </a:cubicBezTo>
                <a:cubicBezTo>
                  <a:pt x="4404" y="746"/>
                  <a:pt x="4424" y="766"/>
                  <a:pt x="4404" y="779"/>
                </a:cubicBezTo>
                <a:cubicBezTo>
                  <a:pt x="4377" y="760"/>
                  <a:pt x="4350" y="753"/>
                  <a:pt x="4350" y="713"/>
                </a:cubicBezTo>
                <a:cubicBezTo>
                  <a:pt x="4355" y="712"/>
                  <a:pt x="4359" y="712"/>
                  <a:pt x="4363" y="712"/>
                </a:cubicBezTo>
                <a:close/>
                <a:moveTo>
                  <a:pt x="2494" y="700"/>
                </a:moveTo>
                <a:cubicBezTo>
                  <a:pt x="2494" y="706"/>
                  <a:pt x="2494" y="720"/>
                  <a:pt x="2501" y="726"/>
                </a:cubicBezTo>
                <a:cubicBezTo>
                  <a:pt x="2501" y="713"/>
                  <a:pt x="2521" y="720"/>
                  <a:pt x="2521" y="700"/>
                </a:cubicBezTo>
                <a:lnTo>
                  <a:pt x="2494" y="700"/>
                </a:lnTo>
                <a:close/>
                <a:moveTo>
                  <a:pt x="5467" y="695"/>
                </a:moveTo>
                <a:cubicBezTo>
                  <a:pt x="5442" y="694"/>
                  <a:pt x="5411" y="706"/>
                  <a:pt x="5399" y="719"/>
                </a:cubicBezTo>
                <a:cubicBezTo>
                  <a:pt x="5432" y="719"/>
                  <a:pt x="5466" y="719"/>
                  <a:pt x="5479" y="752"/>
                </a:cubicBezTo>
                <a:cubicBezTo>
                  <a:pt x="5472" y="766"/>
                  <a:pt x="5459" y="766"/>
                  <a:pt x="5466" y="786"/>
                </a:cubicBezTo>
                <a:cubicBezTo>
                  <a:pt x="5472" y="786"/>
                  <a:pt x="5479" y="792"/>
                  <a:pt x="5486" y="806"/>
                </a:cubicBezTo>
                <a:cubicBezTo>
                  <a:pt x="5566" y="772"/>
                  <a:pt x="5632" y="799"/>
                  <a:pt x="5706" y="779"/>
                </a:cubicBezTo>
                <a:cubicBezTo>
                  <a:pt x="5686" y="766"/>
                  <a:pt x="5652" y="766"/>
                  <a:pt x="5639" y="746"/>
                </a:cubicBezTo>
                <a:cubicBezTo>
                  <a:pt x="5699" y="758"/>
                  <a:pt x="5719" y="726"/>
                  <a:pt x="5759" y="719"/>
                </a:cubicBezTo>
                <a:cubicBezTo>
                  <a:pt x="5699" y="686"/>
                  <a:pt x="5586" y="732"/>
                  <a:pt x="5499" y="712"/>
                </a:cubicBezTo>
                <a:cubicBezTo>
                  <a:pt x="5494" y="700"/>
                  <a:pt x="5481" y="695"/>
                  <a:pt x="5467" y="695"/>
                </a:cubicBezTo>
                <a:close/>
                <a:moveTo>
                  <a:pt x="2241" y="687"/>
                </a:moveTo>
                <a:cubicBezTo>
                  <a:pt x="2241" y="713"/>
                  <a:pt x="2254" y="713"/>
                  <a:pt x="2274" y="714"/>
                </a:cubicBezTo>
                <a:cubicBezTo>
                  <a:pt x="2281" y="687"/>
                  <a:pt x="2261" y="687"/>
                  <a:pt x="2241" y="687"/>
                </a:cubicBezTo>
                <a:close/>
                <a:moveTo>
                  <a:pt x="324" y="682"/>
                </a:moveTo>
                <a:cubicBezTo>
                  <a:pt x="355" y="682"/>
                  <a:pt x="397" y="713"/>
                  <a:pt x="417" y="733"/>
                </a:cubicBezTo>
                <a:cubicBezTo>
                  <a:pt x="397" y="726"/>
                  <a:pt x="377" y="720"/>
                  <a:pt x="351" y="726"/>
                </a:cubicBezTo>
                <a:cubicBezTo>
                  <a:pt x="351" y="720"/>
                  <a:pt x="344" y="713"/>
                  <a:pt x="344" y="700"/>
                </a:cubicBezTo>
                <a:cubicBezTo>
                  <a:pt x="337" y="706"/>
                  <a:pt x="311" y="700"/>
                  <a:pt x="297" y="693"/>
                </a:cubicBezTo>
                <a:cubicBezTo>
                  <a:pt x="304" y="685"/>
                  <a:pt x="313" y="682"/>
                  <a:pt x="324" y="682"/>
                </a:cubicBezTo>
                <a:close/>
                <a:moveTo>
                  <a:pt x="4924" y="678"/>
                </a:moveTo>
                <a:cubicBezTo>
                  <a:pt x="4962" y="677"/>
                  <a:pt x="4997" y="689"/>
                  <a:pt x="5018" y="726"/>
                </a:cubicBezTo>
                <a:cubicBezTo>
                  <a:pt x="4984" y="733"/>
                  <a:pt x="5032" y="772"/>
                  <a:pt x="4985" y="766"/>
                </a:cubicBezTo>
                <a:cubicBezTo>
                  <a:pt x="5025" y="779"/>
                  <a:pt x="4998" y="818"/>
                  <a:pt x="5032" y="832"/>
                </a:cubicBezTo>
                <a:cubicBezTo>
                  <a:pt x="5058" y="832"/>
                  <a:pt x="5078" y="825"/>
                  <a:pt x="5105" y="825"/>
                </a:cubicBezTo>
                <a:cubicBezTo>
                  <a:pt x="5105" y="865"/>
                  <a:pt x="5038" y="865"/>
                  <a:pt x="5018" y="845"/>
                </a:cubicBezTo>
                <a:cubicBezTo>
                  <a:pt x="5005" y="865"/>
                  <a:pt x="4932" y="885"/>
                  <a:pt x="4918" y="852"/>
                </a:cubicBezTo>
                <a:cubicBezTo>
                  <a:pt x="4965" y="838"/>
                  <a:pt x="4918" y="766"/>
                  <a:pt x="4958" y="759"/>
                </a:cubicBezTo>
                <a:cubicBezTo>
                  <a:pt x="4938" y="732"/>
                  <a:pt x="4898" y="772"/>
                  <a:pt x="4872" y="766"/>
                </a:cubicBezTo>
                <a:cubicBezTo>
                  <a:pt x="4872" y="740"/>
                  <a:pt x="4912" y="746"/>
                  <a:pt x="4912" y="720"/>
                </a:cubicBezTo>
                <a:cubicBezTo>
                  <a:pt x="4918" y="700"/>
                  <a:pt x="4885" y="700"/>
                  <a:pt x="4898" y="680"/>
                </a:cubicBezTo>
                <a:cubicBezTo>
                  <a:pt x="4907" y="679"/>
                  <a:pt x="4916" y="678"/>
                  <a:pt x="4924" y="678"/>
                </a:cubicBezTo>
                <a:close/>
                <a:moveTo>
                  <a:pt x="4637" y="647"/>
                </a:moveTo>
                <a:cubicBezTo>
                  <a:pt x="4664" y="647"/>
                  <a:pt x="4704" y="647"/>
                  <a:pt x="4731" y="660"/>
                </a:cubicBezTo>
                <a:cubicBezTo>
                  <a:pt x="4744" y="680"/>
                  <a:pt x="4724" y="706"/>
                  <a:pt x="4717" y="726"/>
                </a:cubicBezTo>
                <a:cubicBezTo>
                  <a:pt x="4704" y="700"/>
                  <a:pt x="4664" y="693"/>
                  <a:pt x="4637" y="687"/>
                </a:cubicBezTo>
                <a:cubicBezTo>
                  <a:pt x="4644" y="680"/>
                  <a:pt x="4657" y="680"/>
                  <a:pt x="4657" y="660"/>
                </a:cubicBezTo>
                <a:cubicBezTo>
                  <a:pt x="4664" y="647"/>
                  <a:pt x="4624" y="667"/>
                  <a:pt x="4637" y="647"/>
                </a:cubicBezTo>
                <a:close/>
                <a:moveTo>
                  <a:pt x="2192" y="644"/>
                </a:moveTo>
                <a:cubicBezTo>
                  <a:pt x="2248" y="646"/>
                  <a:pt x="2301" y="675"/>
                  <a:pt x="2301" y="740"/>
                </a:cubicBezTo>
                <a:cubicBezTo>
                  <a:pt x="2261" y="740"/>
                  <a:pt x="2281" y="746"/>
                  <a:pt x="2281" y="773"/>
                </a:cubicBezTo>
                <a:cubicBezTo>
                  <a:pt x="2254" y="780"/>
                  <a:pt x="2247" y="766"/>
                  <a:pt x="2234" y="753"/>
                </a:cubicBezTo>
                <a:cubicBezTo>
                  <a:pt x="2241" y="746"/>
                  <a:pt x="2254" y="746"/>
                  <a:pt x="2254" y="733"/>
                </a:cubicBezTo>
                <a:cubicBezTo>
                  <a:pt x="2241" y="713"/>
                  <a:pt x="2214" y="687"/>
                  <a:pt x="2227" y="660"/>
                </a:cubicBezTo>
                <a:cubicBezTo>
                  <a:pt x="2181" y="673"/>
                  <a:pt x="2174" y="687"/>
                  <a:pt x="2154" y="647"/>
                </a:cubicBezTo>
                <a:cubicBezTo>
                  <a:pt x="2166" y="644"/>
                  <a:pt x="2179" y="643"/>
                  <a:pt x="2192" y="644"/>
                </a:cubicBezTo>
                <a:close/>
                <a:moveTo>
                  <a:pt x="1247" y="638"/>
                </a:moveTo>
                <a:cubicBezTo>
                  <a:pt x="1254" y="638"/>
                  <a:pt x="1262" y="640"/>
                  <a:pt x="1266" y="640"/>
                </a:cubicBezTo>
                <a:cubicBezTo>
                  <a:pt x="1272" y="647"/>
                  <a:pt x="1272" y="653"/>
                  <a:pt x="1272" y="660"/>
                </a:cubicBezTo>
                <a:cubicBezTo>
                  <a:pt x="1306" y="640"/>
                  <a:pt x="1359" y="667"/>
                  <a:pt x="1359" y="706"/>
                </a:cubicBezTo>
                <a:cubicBezTo>
                  <a:pt x="1326" y="706"/>
                  <a:pt x="1259" y="706"/>
                  <a:pt x="1239" y="700"/>
                </a:cubicBezTo>
                <a:cubicBezTo>
                  <a:pt x="1259" y="693"/>
                  <a:pt x="1252" y="687"/>
                  <a:pt x="1246" y="660"/>
                </a:cubicBezTo>
                <a:cubicBezTo>
                  <a:pt x="1259" y="667"/>
                  <a:pt x="1259" y="673"/>
                  <a:pt x="1266" y="673"/>
                </a:cubicBezTo>
                <a:cubicBezTo>
                  <a:pt x="1272" y="653"/>
                  <a:pt x="1252" y="647"/>
                  <a:pt x="1239" y="647"/>
                </a:cubicBezTo>
                <a:cubicBezTo>
                  <a:pt x="1236" y="640"/>
                  <a:pt x="1241" y="638"/>
                  <a:pt x="1247" y="638"/>
                </a:cubicBezTo>
                <a:close/>
                <a:moveTo>
                  <a:pt x="1992" y="636"/>
                </a:moveTo>
                <a:cubicBezTo>
                  <a:pt x="2040" y="636"/>
                  <a:pt x="2083" y="645"/>
                  <a:pt x="2121" y="673"/>
                </a:cubicBezTo>
                <a:cubicBezTo>
                  <a:pt x="2127" y="727"/>
                  <a:pt x="2040" y="714"/>
                  <a:pt x="2014" y="700"/>
                </a:cubicBezTo>
                <a:cubicBezTo>
                  <a:pt x="2014" y="680"/>
                  <a:pt x="2047" y="707"/>
                  <a:pt x="2040" y="687"/>
                </a:cubicBezTo>
                <a:cubicBezTo>
                  <a:pt x="2047" y="667"/>
                  <a:pt x="2034" y="667"/>
                  <a:pt x="2027" y="660"/>
                </a:cubicBezTo>
                <a:cubicBezTo>
                  <a:pt x="1994" y="667"/>
                  <a:pt x="1953" y="640"/>
                  <a:pt x="1900" y="640"/>
                </a:cubicBezTo>
                <a:cubicBezTo>
                  <a:pt x="1933" y="638"/>
                  <a:pt x="1964" y="635"/>
                  <a:pt x="1992" y="636"/>
                </a:cubicBezTo>
                <a:close/>
                <a:moveTo>
                  <a:pt x="2843" y="633"/>
                </a:moveTo>
                <a:cubicBezTo>
                  <a:pt x="2931" y="631"/>
                  <a:pt x="2977" y="698"/>
                  <a:pt x="3055" y="660"/>
                </a:cubicBezTo>
                <a:cubicBezTo>
                  <a:pt x="3075" y="660"/>
                  <a:pt x="3075" y="673"/>
                  <a:pt x="3088" y="673"/>
                </a:cubicBezTo>
                <a:cubicBezTo>
                  <a:pt x="3108" y="673"/>
                  <a:pt x="3102" y="660"/>
                  <a:pt x="3115" y="653"/>
                </a:cubicBezTo>
                <a:cubicBezTo>
                  <a:pt x="3215" y="667"/>
                  <a:pt x="3335" y="713"/>
                  <a:pt x="3429" y="673"/>
                </a:cubicBezTo>
                <a:cubicBezTo>
                  <a:pt x="3449" y="693"/>
                  <a:pt x="3469" y="720"/>
                  <a:pt x="3489" y="746"/>
                </a:cubicBezTo>
                <a:cubicBezTo>
                  <a:pt x="3415" y="746"/>
                  <a:pt x="3409" y="786"/>
                  <a:pt x="3349" y="746"/>
                </a:cubicBezTo>
                <a:cubicBezTo>
                  <a:pt x="3342" y="753"/>
                  <a:pt x="3342" y="766"/>
                  <a:pt x="3349" y="766"/>
                </a:cubicBezTo>
                <a:cubicBezTo>
                  <a:pt x="3329" y="786"/>
                  <a:pt x="3329" y="746"/>
                  <a:pt x="3309" y="746"/>
                </a:cubicBezTo>
                <a:cubicBezTo>
                  <a:pt x="3295" y="766"/>
                  <a:pt x="3255" y="786"/>
                  <a:pt x="3235" y="753"/>
                </a:cubicBezTo>
                <a:cubicBezTo>
                  <a:pt x="3208" y="786"/>
                  <a:pt x="3162" y="760"/>
                  <a:pt x="3135" y="766"/>
                </a:cubicBezTo>
                <a:cubicBezTo>
                  <a:pt x="3115" y="754"/>
                  <a:pt x="3128" y="754"/>
                  <a:pt x="3128" y="727"/>
                </a:cubicBezTo>
                <a:cubicBezTo>
                  <a:pt x="3088" y="734"/>
                  <a:pt x="3055" y="740"/>
                  <a:pt x="3042" y="773"/>
                </a:cubicBezTo>
                <a:cubicBezTo>
                  <a:pt x="3015" y="780"/>
                  <a:pt x="3002" y="780"/>
                  <a:pt x="2988" y="760"/>
                </a:cubicBezTo>
                <a:cubicBezTo>
                  <a:pt x="2928" y="800"/>
                  <a:pt x="2835" y="700"/>
                  <a:pt x="2801" y="766"/>
                </a:cubicBezTo>
                <a:cubicBezTo>
                  <a:pt x="2861" y="812"/>
                  <a:pt x="3008" y="753"/>
                  <a:pt x="3042" y="832"/>
                </a:cubicBezTo>
                <a:cubicBezTo>
                  <a:pt x="3068" y="839"/>
                  <a:pt x="3102" y="826"/>
                  <a:pt x="3108" y="846"/>
                </a:cubicBezTo>
                <a:cubicBezTo>
                  <a:pt x="3108" y="872"/>
                  <a:pt x="3075" y="859"/>
                  <a:pt x="3068" y="866"/>
                </a:cubicBezTo>
                <a:cubicBezTo>
                  <a:pt x="3055" y="866"/>
                  <a:pt x="3082" y="852"/>
                  <a:pt x="3062" y="839"/>
                </a:cubicBezTo>
                <a:cubicBezTo>
                  <a:pt x="3035" y="846"/>
                  <a:pt x="3015" y="826"/>
                  <a:pt x="2995" y="819"/>
                </a:cubicBezTo>
                <a:cubicBezTo>
                  <a:pt x="2968" y="812"/>
                  <a:pt x="2975" y="839"/>
                  <a:pt x="2955" y="846"/>
                </a:cubicBezTo>
                <a:cubicBezTo>
                  <a:pt x="2921" y="839"/>
                  <a:pt x="2895" y="826"/>
                  <a:pt x="2861" y="826"/>
                </a:cubicBezTo>
                <a:cubicBezTo>
                  <a:pt x="2775" y="885"/>
                  <a:pt x="2701" y="760"/>
                  <a:pt x="2621" y="826"/>
                </a:cubicBezTo>
                <a:cubicBezTo>
                  <a:pt x="2601" y="826"/>
                  <a:pt x="2601" y="806"/>
                  <a:pt x="2608" y="799"/>
                </a:cubicBezTo>
                <a:cubicBezTo>
                  <a:pt x="2601" y="799"/>
                  <a:pt x="2601" y="806"/>
                  <a:pt x="2601" y="819"/>
                </a:cubicBezTo>
                <a:cubicBezTo>
                  <a:pt x="2574" y="799"/>
                  <a:pt x="2554" y="819"/>
                  <a:pt x="2548" y="786"/>
                </a:cubicBezTo>
                <a:cubicBezTo>
                  <a:pt x="2528" y="779"/>
                  <a:pt x="2521" y="792"/>
                  <a:pt x="2508" y="792"/>
                </a:cubicBezTo>
                <a:cubicBezTo>
                  <a:pt x="2494" y="786"/>
                  <a:pt x="2494" y="759"/>
                  <a:pt x="2468" y="759"/>
                </a:cubicBezTo>
                <a:cubicBezTo>
                  <a:pt x="2454" y="766"/>
                  <a:pt x="2481" y="772"/>
                  <a:pt x="2474" y="786"/>
                </a:cubicBezTo>
                <a:cubicBezTo>
                  <a:pt x="2454" y="779"/>
                  <a:pt x="2421" y="792"/>
                  <a:pt x="2408" y="779"/>
                </a:cubicBezTo>
                <a:cubicBezTo>
                  <a:pt x="2421" y="766"/>
                  <a:pt x="2434" y="746"/>
                  <a:pt x="2401" y="740"/>
                </a:cubicBezTo>
                <a:cubicBezTo>
                  <a:pt x="2414" y="733"/>
                  <a:pt x="2434" y="733"/>
                  <a:pt x="2454" y="740"/>
                </a:cubicBezTo>
                <a:cubicBezTo>
                  <a:pt x="2481" y="733"/>
                  <a:pt x="2468" y="720"/>
                  <a:pt x="2468" y="693"/>
                </a:cubicBezTo>
                <a:cubicBezTo>
                  <a:pt x="2441" y="693"/>
                  <a:pt x="2461" y="727"/>
                  <a:pt x="2428" y="720"/>
                </a:cubicBezTo>
                <a:cubicBezTo>
                  <a:pt x="2414" y="707"/>
                  <a:pt x="2414" y="707"/>
                  <a:pt x="2421" y="687"/>
                </a:cubicBezTo>
                <a:cubicBezTo>
                  <a:pt x="2374" y="680"/>
                  <a:pt x="2341" y="693"/>
                  <a:pt x="2321" y="660"/>
                </a:cubicBezTo>
                <a:cubicBezTo>
                  <a:pt x="2508" y="640"/>
                  <a:pt x="2668" y="680"/>
                  <a:pt x="2821" y="660"/>
                </a:cubicBezTo>
                <a:cubicBezTo>
                  <a:pt x="2835" y="660"/>
                  <a:pt x="2835" y="647"/>
                  <a:pt x="2835" y="633"/>
                </a:cubicBezTo>
                <a:cubicBezTo>
                  <a:pt x="2838" y="633"/>
                  <a:pt x="2841" y="633"/>
                  <a:pt x="2843" y="633"/>
                </a:cubicBezTo>
                <a:close/>
                <a:moveTo>
                  <a:pt x="5094" y="629"/>
                </a:moveTo>
                <a:cubicBezTo>
                  <a:pt x="5132" y="629"/>
                  <a:pt x="5170" y="658"/>
                  <a:pt x="5179" y="693"/>
                </a:cubicBezTo>
                <a:cubicBezTo>
                  <a:pt x="5139" y="687"/>
                  <a:pt x="5085" y="733"/>
                  <a:pt x="5078" y="680"/>
                </a:cubicBezTo>
                <a:cubicBezTo>
                  <a:pt x="5078" y="660"/>
                  <a:pt x="5092" y="660"/>
                  <a:pt x="5105" y="660"/>
                </a:cubicBezTo>
                <a:cubicBezTo>
                  <a:pt x="5092" y="647"/>
                  <a:pt x="5065" y="667"/>
                  <a:pt x="5038" y="653"/>
                </a:cubicBezTo>
                <a:cubicBezTo>
                  <a:pt x="5054" y="635"/>
                  <a:pt x="5074" y="628"/>
                  <a:pt x="5094" y="629"/>
                </a:cubicBezTo>
                <a:close/>
                <a:moveTo>
                  <a:pt x="718" y="615"/>
                </a:moveTo>
                <a:cubicBezTo>
                  <a:pt x="734" y="615"/>
                  <a:pt x="770" y="627"/>
                  <a:pt x="765" y="647"/>
                </a:cubicBezTo>
                <a:cubicBezTo>
                  <a:pt x="725" y="653"/>
                  <a:pt x="738" y="614"/>
                  <a:pt x="712" y="620"/>
                </a:cubicBezTo>
                <a:cubicBezTo>
                  <a:pt x="710" y="617"/>
                  <a:pt x="713" y="615"/>
                  <a:pt x="718" y="615"/>
                </a:cubicBezTo>
                <a:close/>
                <a:moveTo>
                  <a:pt x="4692" y="601"/>
                </a:moveTo>
                <a:cubicBezTo>
                  <a:pt x="4704" y="601"/>
                  <a:pt x="4717" y="604"/>
                  <a:pt x="4724" y="607"/>
                </a:cubicBezTo>
                <a:cubicBezTo>
                  <a:pt x="4717" y="640"/>
                  <a:pt x="4677" y="640"/>
                  <a:pt x="4671" y="614"/>
                </a:cubicBezTo>
                <a:cubicBezTo>
                  <a:pt x="4671" y="604"/>
                  <a:pt x="4681" y="601"/>
                  <a:pt x="4692" y="601"/>
                </a:cubicBezTo>
                <a:close/>
                <a:moveTo>
                  <a:pt x="587" y="575"/>
                </a:moveTo>
                <a:cubicBezTo>
                  <a:pt x="593" y="575"/>
                  <a:pt x="598" y="579"/>
                  <a:pt x="598" y="587"/>
                </a:cubicBezTo>
                <a:cubicBezTo>
                  <a:pt x="585" y="587"/>
                  <a:pt x="578" y="587"/>
                  <a:pt x="565" y="587"/>
                </a:cubicBezTo>
                <a:cubicBezTo>
                  <a:pt x="569" y="580"/>
                  <a:pt x="579" y="574"/>
                  <a:pt x="587" y="575"/>
                </a:cubicBezTo>
                <a:close/>
                <a:moveTo>
                  <a:pt x="6093" y="561"/>
                </a:moveTo>
                <a:cubicBezTo>
                  <a:pt x="6100" y="587"/>
                  <a:pt x="6093" y="594"/>
                  <a:pt x="6106" y="607"/>
                </a:cubicBezTo>
                <a:cubicBezTo>
                  <a:pt x="6120" y="594"/>
                  <a:pt x="6133" y="587"/>
                  <a:pt x="6126" y="561"/>
                </a:cubicBezTo>
                <a:cubicBezTo>
                  <a:pt x="6126" y="561"/>
                  <a:pt x="6126" y="561"/>
                  <a:pt x="6093" y="561"/>
                </a:cubicBezTo>
                <a:close/>
                <a:moveTo>
                  <a:pt x="571" y="537"/>
                </a:moveTo>
                <a:cubicBezTo>
                  <a:pt x="579" y="536"/>
                  <a:pt x="592" y="546"/>
                  <a:pt x="612" y="541"/>
                </a:cubicBezTo>
                <a:cubicBezTo>
                  <a:pt x="618" y="568"/>
                  <a:pt x="552" y="568"/>
                  <a:pt x="565" y="541"/>
                </a:cubicBezTo>
                <a:cubicBezTo>
                  <a:pt x="567" y="538"/>
                  <a:pt x="569" y="537"/>
                  <a:pt x="571" y="537"/>
                </a:cubicBezTo>
                <a:close/>
                <a:moveTo>
                  <a:pt x="5319" y="534"/>
                </a:moveTo>
                <a:cubicBezTo>
                  <a:pt x="5323" y="533"/>
                  <a:pt x="5327" y="534"/>
                  <a:pt x="5332" y="535"/>
                </a:cubicBezTo>
                <a:cubicBezTo>
                  <a:pt x="5332" y="587"/>
                  <a:pt x="5426" y="548"/>
                  <a:pt x="5432" y="607"/>
                </a:cubicBezTo>
                <a:cubicBezTo>
                  <a:pt x="5407" y="607"/>
                  <a:pt x="5400" y="613"/>
                  <a:pt x="5355" y="614"/>
                </a:cubicBezTo>
                <a:lnTo>
                  <a:pt x="5350" y="614"/>
                </a:lnTo>
                <a:lnTo>
                  <a:pt x="5346" y="610"/>
                </a:lnTo>
                <a:lnTo>
                  <a:pt x="5344" y="611"/>
                </a:lnTo>
                <a:lnTo>
                  <a:pt x="5344" y="610"/>
                </a:lnTo>
                <a:cubicBezTo>
                  <a:pt x="5335" y="592"/>
                  <a:pt x="5310" y="581"/>
                  <a:pt x="5272" y="581"/>
                </a:cubicBezTo>
                <a:cubicBezTo>
                  <a:pt x="5284" y="558"/>
                  <a:pt x="5290" y="535"/>
                  <a:pt x="5319" y="534"/>
                </a:cubicBezTo>
                <a:close/>
                <a:moveTo>
                  <a:pt x="5058" y="521"/>
                </a:moveTo>
                <a:cubicBezTo>
                  <a:pt x="5078" y="521"/>
                  <a:pt x="5078" y="541"/>
                  <a:pt x="5098" y="541"/>
                </a:cubicBezTo>
                <a:cubicBezTo>
                  <a:pt x="5085" y="555"/>
                  <a:pt x="5052" y="548"/>
                  <a:pt x="5058" y="521"/>
                </a:cubicBezTo>
                <a:close/>
                <a:moveTo>
                  <a:pt x="386" y="494"/>
                </a:moveTo>
                <a:cubicBezTo>
                  <a:pt x="402" y="494"/>
                  <a:pt x="416" y="497"/>
                  <a:pt x="424" y="508"/>
                </a:cubicBezTo>
                <a:cubicBezTo>
                  <a:pt x="397" y="548"/>
                  <a:pt x="324" y="514"/>
                  <a:pt x="277" y="501"/>
                </a:cubicBezTo>
                <a:cubicBezTo>
                  <a:pt x="305" y="510"/>
                  <a:pt x="351" y="494"/>
                  <a:pt x="386" y="494"/>
                </a:cubicBezTo>
                <a:close/>
                <a:moveTo>
                  <a:pt x="4916" y="493"/>
                </a:moveTo>
                <a:cubicBezTo>
                  <a:pt x="4958" y="494"/>
                  <a:pt x="4981" y="516"/>
                  <a:pt x="5004" y="534"/>
                </a:cubicBezTo>
                <a:cubicBezTo>
                  <a:pt x="4998" y="561"/>
                  <a:pt x="4978" y="541"/>
                  <a:pt x="4978" y="561"/>
                </a:cubicBezTo>
                <a:cubicBezTo>
                  <a:pt x="4944" y="547"/>
                  <a:pt x="4938" y="574"/>
                  <a:pt x="4891" y="567"/>
                </a:cubicBezTo>
                <a:cubicBezTo>
                  <a:pt x="4898" y="541"/>
                  <a:pt x="4878" y="541"/>
                  <a:pt x="4858" y="541"/>
                </a:cubicBezTo>
                <a:cubicBezTo>
                  <a:pt x="4851" y="521"/>
                  <a:pt x="4884" y="547"/>
                  <a:pt x="4878" y="527"/>
                </a:cubicBezTo>
                <a:cubicBezTo>
                  <a:pt x="4891" y="527"/>
                  <a:pt x="4884" y="547"/>
                  <a:pt x="4898" y="547"/>
                </a:cubicBezTo>
                <a:cubicBezTo>
                  <a:pt x="4891" y="528"/>
                  <a:pt x="4918" y="514"/>
                  <a:pt x="4898" y="494"/>
                </a:cubicBezTo>
                <a:cubicBezTo>
                  <a:pt x="4904" y="494"/>
                  <a:pt x="4911" y="493"/>
                  <a:pt x="4916" y="493"/>
                </a:cubicBezTo>
                <a:close/>
                <a:moveTo>
                  <a:pt x="5036" y="481"/>
                </a:moveTo>
                <a:cubicBezTo>
                  <a:pt x="5040" y="481"/>
                  <a:pt x="5043" y="483"/>
                  <a:pt x="5045" y="488"/>
                </a:cubicBezTo>
                <a:cubicBezTo>
                  <a:pt x="5052" y="501"/>
                  <a:pt x="5025" y="488"/>
                  <a:pt x="5025" y="501"/>
                </a:cubicBezTo>
                <a:cubicBezTo>
                  <a:pt x="5010" y="496"/>
                  <a:pt x="5025" y="480"/>
                  <a:pt x="5036" y="481"/>
                </a:cubicBezTo>
                <a:close/>
                <a:moveTo>
                  <a:pt x="2883" y="457"/>
                </a:moveTo>
                <a:cubicBezTo>
                  <a:pt x="2904" y="457"/>
                  <a:pt x="2919" y="472"/>
                  <a:pt x="2928" y="515"/>
                </a:cubicBezTo>
                <a:cubicBezTo>
                  <a:pt x="2908" y="528"/>
                  <a:pt x="2881" y="535"/>
                  <a:pt x="2868" y="555"/>
                </a:cubicBezTo>
                <a:cubicBezTo>
                  <a:pt x="2848" y="535"/>
                  <a:pt x="2801" y="548"/>
                  <a:pt x="2781" y="521"/>
                </a:cubicBezTo>
                <a:cubicBezTo>
                  <a:pt x="2775" y="528"/>
                  <a:pt x="2761" y="535"/>
                  <a:pt x="2761" y="555"/>
                </a:cubicBezTo>
                <a:cubicBezTo>
                  <a:pt x="2748" y="541"/>
                  <a:pt x="2715" y="548"/>
                  <a:pt x="2715" y="555"/>
                </a:cubicBezTo>
                <a:cubicBezTo>
                  <a:pt x="2708" y="535"/>
                  <a:pt x="2695" y="502"/>
                  <a:pt x="2701" y="495"/>
                </a:cubicBezTo>
                <a:cubicBezTo>
                  <a:pt x="2735" y="502"/>
                  <a:pt x="2768" y="508"/>
                  <a:pt x="2815" y="502"/>
                </a:cubicBezTo>
                <a:cubicBezTo>
                  <a:pt x="2815" y="488"/>
                  <a:pt x="2788" y="508"/>
                  <a:pt x="2795" y="488"/>
                </a:cubicBezTo>
                <a:cubicBezTo>
                  <a:pt x="2830" y="475"/>
                  <a:pt x="2860" y="457"/>
                  <a:pt x="2883" y="457"/>
                </a:cubicBezTo>
                <a:close/>
                <a:moveTo>
                  <a:pt x="4740" y="426"/>
                </a:moveTo>
                <a:cubicBezTo>
                  <a:pt x="4761" y="425"/>
                  <a:pt x="4778" y="435"/>
                  <a:pt x="4784" y="468"/>
                </a:cubicBezTo>
                <a:cubicBezTo>
                  <a:pt x="4791" y="474"/>
                  <a:pt x="4804" y="481"/>
                  <a:pt x="4818" y="488"/>
                </a:cubicBezTo>
                <a:cubicBezTo>
                  <a:pt x="4811" y="494"/>
                  <a:pt x="4798" y="508"/>
                  <a:pt x="4784" y="508"/>
                </a:cubicBezTo>
                <a:cubicBezTo>
                  <a:pt x="4784" y="534"/>
                  <a:pt x="4818" y="554"/>
                  <a:pt x="4784" y="561"/>
                </a:cubicBezTo>
                <a:cubicBezTo>
                  <a:pt x="4824" y="587"/>
                  <a:pt x="4891" y="581"/>
                  <a:pt x="4904" y="633"/>
                </a:cubicBezTo>
                <a:cubicBezTo>
                  <a:pt x="4878" y="627"/>
                  <a:pt x="4871" y="640"/>
                  <a:pt x="4851" y="647"/>
                </a:cubicBezTo>
                <a:cubicBezTo>
                  <a:pt x="4838" y="634"/>
                  <a:pt x="4838" y="614"/>
                  <a:pt x="4824" y="601"/>
                </a:cubicBezTo>
                <a:cubicBezTo>
                  <a:pt x="4731" y="601"/>
                  <a:pt x="4651" y="541"/>
                  <a:pt x="4577" y="561"/>
                </a:cubicBezTo>
                <a:cubicBezTo>
                  <a:pt x="4584" y="574"/>
                  <a:pt x="4591" y="594"/>
                  <a:pt x="4577" y="607"/>
                </a:cubicBezTo>
                <a:cubicBezTo>
                  <a:pt x="4584" y="620"/>
                  <a:pt x="4604" y="613"/>
                  <a:pt x="4597" y="647"/>
                </a:cubicBezTo>
                <a:cubicBezTo>
                  <a:pt x="4557" y="640"/>
                  <a:pt x="4537" y="647"/>
                  <a:pt x="4524" y="667"/>
                </a:cubicBezTo>
                <a:cubicBezTo>
                  <a:pt x="4504" y="673"/>
                  <a:pt x="4504" y="653"/>
                  <a:pt x="4497" y="647"/>
                </a:cubicBezTo>
                <a:cubicBezTo>
                  <a:pt x="4524" y="647"/>
                  <a:pt x="4537" y="627"/>
                  <a:pt x="4537" y="581"/>
                </a:cubicBezTo>
                <a:cubicBezTo>
                  <a:pt x="4511" y="561"/>
                  <a:pt x="4477" y="548"/>
                  <a:pt x="4437" y="535"/>
                </a:cubicBezTo>
                <a:cubicBezTo>
                  <a:pt x="4444" y="514"/>
                  <a:pt x="4457" y="541"/>
                  <a:pt x="4477" y="535"/>
                </a:cubicBezTo>
                <a:cubicBezTo>
                  <a:pt x="4477" y="501"/>
                  <a:pt x="4444" y="535"/>
                  <a:pt x="4430" y="507"/>
                </a:cubicBezTo>
                <a:cubicBezTo>
                  <a:pt x="4437" y="507"/>
                  <a:pt x="4444" y="501"/>
                  <a:pt x="4430" y="494"/>
                </a:cubicBezTo>
                <a:cubicBezTo>
                  <a:pt x="4491" y="454"/>
                  <a:pt x="4531" y="494"/>
                  <a:pt x="4604" y="467"/>
                </a:cubicBezTo>
                <a:cubicBezTo>
                  <a:pt x="4591" y="481"/>
                  <a:pt x="4617" y="494"/>
                  <a:pt x="4637" y="494"/>
                </a:cubicBezTo>
                <a:cubicBezTo>
                  <a:pt x="4631" y="501"/>
                  <a:pt x="4631" y="507"/>
                  <a:pt x="4637" y="514"/>
                </a:cubicBezTo>
                <a:cubicBezTo>
                  <a:pt x="4657" y="501"/>
                  <a:pt x="4697" y="507"/>
                  <a:pt x="4724" y="494"/>
                </a:cubicBezTo>
                <a:cubicBezTo>
                  <a:pt x="4711" y="461"/>
                  <a:pt x="4691" y="474"/>
                  <a:pt x="4671" y="448"/>
                </a:cubicBezTo>
                <a:cubicBezTo>
                  <a:pt x="4694" y="438"/>
                  <a:pt x="4719" y="427"/>
                  <a:pt x="4740" y="426"/>
                </a:cubicBezTo>
                <a:close/>
                <a:moveTo>
                  <a:pt x="6801" y="423"/>
                </a:moveTo>
                <a:cubicBezTo>
                  <a:pt x="6843" y="421"/>
                  <a:pt x="6901" y="469"/>
                  <a:pt x="6935" y="478"/>
                </a:cubicBezTo>
                <a:cubicBezTo>
                  <a:pt x="7015" y="491"/>
                  <a:pt x="7115" y="498"/>
                  <a:pt x="7181" y="518"/>
                </a:cubicBezTo>
                <a:cubicBezTo>
                  <a:pt x="7275" y="551"/>
                  <a:pt x="7422" y="551"/>
                  <a:pt x="7515" y="590"/>
                </a:cubicBezTo>
                <a:cubicBezTo>
                  <a:pt x="7482" y="603"/>
                  <a:pt x="7475" y="636"/>
                  <a:pt x="7428" y="630"/>
                </a:cubicBezTo>
                <a:cubicBezTo>
                  <a:pt x="7448" y="676"/>
                  <a:pt x="7575" y="676"/>
                  <a:pt x="7529" y="775"/>
                </a:cubicBezTo>
                <a:cubicBezTo>
                  <a:pt x="7515" y="789"/>
                  <a:pt x="7488" y="775"/>
                  <a:pt x="7475" y="789"/>
                </a:cubicBezTo>
                <a:cubicBezTo>
                  <a:pt x="7475" y="795"/>
                  <a:pt x="7488" y="802"/>
                  <a:pt x="7475" y="809"/>
                </a:cubicBezTo>
                <a:cubicBezTo>
                  <a:pt x="7508" y="822"/>
                  <a:pt x="7555" y="795"/>
                  <a:pt x="7602" y="809"/>
                </a:cubicBezTo>
                <a:cubicBezTo>
                  <a:pt x="7595" y="822"/>
                  <a:pt x="7609" y="829"/>
                  <a:pt x="7609" y="842"/>
                </a:cubicBezTo>
                <a:cubicBezTo>
                  <a:pt x="7542" y="842"/>
                  <a:pt x="7508" y="922"/>
                  <a:pt x="7442" y="862"/>
                </a:cubicBezTo>
                <a:cubicBezTo>
                  <a:pt x="7435" y="876"/>
                  <a:pt x="7408" y="876"/>
                  <a:pt x="7402" y="862"/>
                </a:cubicBezTo>
                <a:cubicBezTo>
                  <a:pt x="7382" y="876"/>
                  <a:pt x="7362" y="882"/>
                  <a:pt x="7328" y="896"/>
                </a:cubicBezTo>
                <a:cubicBezTo>
                  <a:pt x="7328" y="902"/>
                  <a:pt x="7335" y="922"/>
                  <a:pt x="7322" y="922"/>
                </a:cubicBezTo>
                <a:cubicBezTo>
                  <a:pt x="7362" y="949"/>
                  <a:pt x="7428" y="929"/>
                  <a:pt x="7462" y="956"/>
                </a:cubicBezTo>
                <a:cubicBezTo>
                  <a:pt x="7415" y="976"/>
                  <a:pt x="7388" y="1022"/>
                  <a:pt x="7348" y="1048"/>
                </a:cubicBezTo>
                <a:cubicBezTo>
                  <a:pt x="7382" y="1068"/>
                  <a:pt x="7415" y="1062"/>
                  <a:pt x="7455" y="1062"/>
                </a:cubicBezTo>
                <a:cubicBezTo>
                  <a:pt x="7455" y="1101"/>
                  <a:pt x="7515" y="1088"/>
                  <a:pt x="7529" y="1128"/>
                </a:cubicBezTo>
                <a:cubicBezTo>
                  <a:pt x="7508" y="1148"/>
                  <a:pt x="7462" y="1141"/>
                  <a:pt x="7448" y="1161"/>
                </a:cubicBezTo>
                <a:cubicBezTo>
                  <a:pt x="7455" y="1188"/>
                  <a:pt x="7488" y="1155"/>
                  <a:pt x="7502" y="1181"/>
                </a:cubicBezTo>
                <a:cubicBezTo>
                  <a:pt x="7495" y="1195"/>
                  <a:pt x="7468" y="1181"/>
                  <a:pt x="7475" y="1208"/>
                </a:cubicBezTo>
                <a:cubicBezTo>
                  <a:pt x="7488" y="1234"/>
                  <a:pt x="7535" y="1227"/>
                  <a:pt x="7542" y="1261"/>
                </a:cubicBezTo>
                <a:cubicBezTo>
                  <a:pt x="7482" y="1261"/>
                  <a:pt x="7448" y="1261"/>
                  <a:pt x="7415" y="1287"/>
                </a:cubicBezTo>
                <a:cubicBezTo>
                  <a:pt x="7455" y="1314"/>
                  <a:pt x="7502" y="1334"/>
                  <a:pt x="7529" y="1374"/>
                </a:cubicBezTo>
                <a:cubicBezTo>
                  <a:pt x="7522" y="1387"/>
                  <a:pt x="7508" y="1394"/>
                  <a:pt x="7495" y="1400"/>
                </a:cubicBezTo>
                <a:cubicBezTo>
                  <a:pt x="7495" y="1420"/>
                  <a:pt x="7515" y="1426"/>
                  <a:pt x="7502" y="1440"/>
                </a:cubicBezTo>
                <a:cubicBezTo>
                  <a:pt x="7515" y="1453"/>
                  <a:pt x="7542" y="1453"/>
                  <a:pt x="7555" y="1473"/>
                </a:cubicBezTo>
                <a:cubicBezTo>
                  <a:pt x="7555" y="1480"/>
                  <a:pt x="7529" y="1473"/>
                  <a:pt x="7529" y="1486"/>
                </a:cubicBezTo>
                <a:cubicBezTo>
                  <a:pt x="7542" y="1506"/>
                  <a:pt x="7575" y="1506"/>
                  <a:pt x="7595" y="1513"/>
                </a:cubicBezTo>
                <a:cubicBezTo>
                  <a:pt x="7622" y="1599"/>
                  <a:pt x="7655" y="1678"/>
                  <a:pt x="7762" y="1705"/>
                </a:cubicBezTo>
                <a:cubicBezTo>
                  <a:pt x="7762" y="1718"/>
                  <a:pt x="7769" y="1732"/>
                  <a:pt x="7775" y="1732"/>
                </a:cubicBezTo>
                <a:cubicBezTo>
                  <a:pt x="7729" y="1765"/>
                  <a:pt x="7749" y="1838"/>
                  <a:pt x="7755" y="1877"/>
                </a:cubicBezTo>
                <a:cubicBezTo>
                  <a:pt x="7762" y="1884"/>
                  <a:pt x="7769" y="1897"/>
                  <a:pt x="7789" y="1891"/>
                </a:cubicBezTo>
                <a:cubicBezTo>
                  <a:pt x="7842" y="2023"/>
                  <a:pt x="7849" y="2162"/>
                  <a:pt x="7856" y="2294"/>
                </a:cubicBezTo>
                <a:cubicBezTo>
                  <a:pt x="7862" y="2367"/>
                  <a:pt x="7956" y="2400"/>
                  <a:pt x="7962" y="2472"/>
                </a:cubicBezTo>
                <a:cubicBezTo>
                  <a:pt x="7962" y="2525"/>
                  <a:pt x="7922" y="2552"/>
                  <a:pt x="7909" y="2605"/>
                </a:cubicBezTo>
                <a:cubicBezTo>
                  <a:pt x="7889" y="2605"/>
                  <a:pt x="7882" y="2611"/>
                  <a:pt x="7862" y="2611"/>
                </a:cubicBezTo>
                <a:cubicBezTo>
                  <a:pt x="7869" y="2665"/>
                  <a:pt x="7822" y="2718"/>
                  <a:pt x="7802" y="2770"/>
                </a:cubicBezTo>
                <a:cubicBezTo>
                  <a:pt x="7769" y="2764"/>
                  <a:pt x="7742" y="2784"/>
                  <a:pt x="7722" y="2777"/>
                </a:cubicBezTo>
                <a:cubicBezTo>
                  <a:pt x="7709" y="2777"/>
                  <a:pt x="7702" y="2790"/>
                  <a:pt x="7702" y="2810"/>
                </a:cubicBezTo>
                <a:cubicBezTo>
                  <a:pt x="7669" y="2810"/>
                  <a:pt x="7655" y="2830"/>
                  <a:pt x="7635" y="2850"/>
                </a:cubicBezTo>
                <a:cubicBezTo>
                  <a:pt x="7642" y="2870"/>
                  <a:pt x="7689" y="2856"/>
                  <a:pt x="7695" y="2870"/>
                </a:cubicBezTo>
                <a:cubicBezTo>
                  <a:pt x="7702" y="2903"/>
                  <a:pt x="7649" y="2870"/>
                  <a:pt x="7649" y="2890"/>
                </a:cubicBezTo>
                <a:cubicBezTo>
                  <a:pt x="7675" y="2916"/>
                  <a:pt x="7722" y="2916"/>
                  <a:pt x="7755" y="2929"/>
                </a:cubicBezTo>
                <a:cubicBezTo>
                  <a:pt x="7722" y="2929"/>
                  <a:pt x="7769" y="2975"/>
                  <a:pt x="7729" y="2969"/>
                </a:cubicBezTo>
                <a:cubicBezTo>
                  <a:pt x="7729" y="2989"/>
                  <a:pt x="7742" y="2989"/>
                  <a:pt x="7755" y="2989"/>
                </a:cubicBezTo>
                <a:cubicBezTo>
                  <a:pt x="7742" y="3001"/>
                  <a:pt x="7729" y="3008"/>
                  <a:pt x="7722" y="3028"/>
                </a:cubicBezTo>
                <a:cubicBezTo>
                  <a:pt x="7682" y="3008"/>
                  <a:pt x="7655" y="3041"/>
                  <a:pt x="7635" y="3068"/>
                </a:cubicBezTo>
                <a:cubicBezTo>
                  <a:pt x="7655" y="3087"/>
                  <a:pt x="7682" y="3094"/>
                  <a:pt x="7702" y="3107"/>
                </a:cubicBezTo>
                <a:cubicBezTo>
                  <a:pt x="7655" y="3127"/>
                  <a:pt x="7615" y="3120"/>
                  <a:pt x="7575" y="3140"/>
                </a:cubicBezTo>
                <a:cubicBezTo>
                  <a:pt x="7575" y="3154"/>
                  <a:pt x="7595" y="3154"/>
                  <a:pt x="7609" y="3160"/>
                </a:cubicBezTo>
                <a:cubicBezTo>
                  <a:pt x="7562" y="3194"/>
                  <a:pt x="7495" y="3200"/>
                  <a:pt x="7415" y="3194"/>
                </a:cubicBezTo>
                <a:cubicBezTo>
                  <a:pt x="7402" y="3200"/>
                  <a:pt x="7395" y="3213"/>
                  <a:pt x="7395" y="3233"/>
                </a:cubicBezTo>
                <a:cubicBezTo>
                  <a:pt x="7375" y="3233"/>
                  <a:pt x="7382" y="3207"/>
                  <a:pt x="7362" y="3200"/>
                </a:cubicBezTo>
                <a:cubicBezTo>
                  <a:pt x="7268" y="3266"/>
                  <a:pt x="7135" y="3220"/>
                  <a:pt x="7075" y="3299"/>
                </a:cubicBezTo>
                <a:cubicBezTo>
                  <a:pt x="7075" y="3306"/>
                  <a:pt x="7081" y="3313"/>
                  <a:pt x="7081" y="3326"/>
                </a:cubicBezTo>
                <a:cubicBezTo>
                  <a:pt x="7121" y="3333"/>
                  <a:pt x="7155" y="3313"/>
                  <a:pt x="7188" y="3326"/>
                </a:cubicBezTo>
                <a:cubicBezTo>
                  <a:pt x="7201" y="3326"/>
                  <a:pt x="7201" y="3346"/>
                  <a:pt x="7215" y="3353"/>
                </a:cubicBezTo>
                <a:cubicBezTo>
                  <a:pt x="7248" y="3353"/>
                  <a:pt x="7295" y="3333"/>
                  <a:pt x="7342" y="3353"/>
                </a:cubicBezTo>
                <a:cubicBezTo>
                  <a:pt x="7342" y="3386"/>
                  <a:pt x="7282" y="3353"/>
                  <a:pt x="7288" y="3379"/>
                </a:cubicBezTo>
                <a:cubicBezTo>
                  <a:pt x="7295" y="3439"/>
                  <a:pt x="7395" y="3392"/>
                  <a:pt x="7422" y="3426"/>
                </a:cubicBezTo>
                <a:cubicBezTo>
                  <a:pt x="7415" y="3446"/>
                  <a:pt x="7395" y="3419"/>
                  <a:pt x="7388" y="3446"/>
                </a:cubicBezTo>
                <a:cubicBezTo>
                  <a:pt x="7288" y="3432"/>
                  <a:pt x="7221" y="3452"/>
                  <a:pt x="7168" y="3505"/>
                </a:cubicBezTo>
                <a:cubicBezTo>
                  <a:pt x="7195" y="3518"/>
                  <a:pt x="7208" y="3505"/>
                  <a:pt x="7228" y="3525"/>
                </a:cubicBezTo>
                <a:cubicBezTo>
                  <a:pt x="7221" y="3544"/>
                  <a:pt x="7195" y="3544"/>
                  <a:pt x="7215" y="3571"/>
                </a:cubicBezTo>
                <a:cubicBezTo>
                  <a:pt x="7295" y="3611"/>
                  <a:pt x="7408" y="3624"/>
                  <a:pt x="7508" y="3651"/>
                </a:cubicBezTo>
                <a:cubicBezTo>
                  <a:pt x="7562" y="3750"/>
                  <a:pt x="7755" y="3710"/>
                  <a:pt x="7856" y="3763"/>
                </a:cubicBezTo>
                <a:cubicBezTo>
                  <a:pt x="7849" y="3776"/>
                  <a:pt x="7856" y="3783"/>
                  <a:pt x="7836" y="3796"/>
                </a:cubicBezTo>
                <a:cubicBezTo>
                  <a:pt x="7862" y="3836"/>
                  <a:pt x="7936" y="3829"/>
                  <a:pt x="7969" y="3856"/>
                </a:cubicBezTo>
                <a:cubicBezTo>
                  <a:pt x="7856" y="3862"/>
                  <a:pt x="7762" y="3856"/>
                  <a:pt x="7655" y="3869"/>
                </a:cubicBezTo>
                <a:cubicBezTo>
                  <a:pt x="7655" y="3909"/>
                  <a:pt x="7682" y="3915"/>
                  <a:pt x="7722" y="3922"/>
                </a:cubicBezTo>
                <a:cubicBezTo>
                  <a:pt x="7689" y="3941"/>
                  <a:pt x="7735" y="3948"/>
                  <a:pt x="7709" y="3975"/>
                </a:cubicBezTo>
                <a:cubicBezTo>
                  <a:pt x="7715" y="3988"/>
                  <a:pt x="7755" y="3969"/>
                  <a:pt x="7742" y="4008"/>
                </a:cubicBezTo>
                <a:cubicBezTo>
                  <a:pt x="7769" y="4008"/>
                  <a:pt x="7789" y="4015"/>
                  <a:pt x="7822" y="4008"/>
                </a:cubicBezTo>
                <a:cubicBezTo>
                  <a:pt x="7836" y="4041"/>
                  <a:pt x="7862" y="4061"/>
                  <a:pt x="7909" y="4061"/>
                </a:cubicBezTo>
                <a:cubicBezTo>
                  <a:pt x="7896" y="4100"/>
                  <a:pt x="7829" y="4087"/>
                  <a:pt x="7795" y="4107"/>
                </a:cubicBezTo>
                <a:cubicBezTo>
                  <a:pt x="7889" y="4153"/>
                  <a:pt x="8002" y="4153"/>
                  <a:pt x="8098" y="4178"/>
                </a:cubicBezTo>
                <a:cubicBezTo>
                  <a:pt x="8098" y="4205"/>
                  <a:pt x="8058" y="4211"/>
                  <a:pt x="8038" y="4198"/>
                </a:cubicBezTo>
                <a:cubicBezTo>
                  <a:pt x="8038" y="4224"/>
                  <a:pt x="8004" y="4211"/>
                  <a:pt x="7998" y="4237"/>
                </a:cubicBezTo>
                <a:cubicBezTo>
                  <a:pt x="7971" y="4231"/>
                  <a:pt x="8018" y="4211"/>
                  <a:pt x="8011" y="4191"/>
                </a:cubicBezTo>
                <a:cubicBezTo>
                  <a:pt x="7998" y="4185"/>
                  <a:pt x="7978" y="4197"/>
                  <a:pt x="7984" y="4231"/>
                </a:cubicBezTo>
                <a:cubicBezTo>
                  <a:pt x="7884" y="4231"/>
                  <a:pt x="7757" y="4198"/>
                  <a:pt x="7650" y="4244"/>
                </a:cubicBezTo>
                <a:cubicBezTo>
                  <a:pt x="7644" y="4224"/>
                  <a:pt x="7664" y="4231"/>
                  <a:pt x="7664" y="4217"/>
                </a:cubicBezTo>
                <a:cubicBezTo>
                  <a:pt x="7610" y="4217"/>
                  <a:pt x="7577" y="4204"/>
                  <a:pt x="7524" y="4211"/>
                </a:cubicBezTo>
                <a:cubicBezTo>
                  <a:pt x="7524" y="4224"/>
                  <a:pt x="7524" y="4237"/>
                  <a:pt x="7530" y="4244"/>
                </a:cubicBezTo>
                <a:cubicBezTo>
                  <a:pt x="7517" y="4257"/>
                  <a:pt x="7484" y="4237"/>
                  <a:pt x="7470" y="4237"/>
                </a:cubicBezTo>
                <a:cubicBezTo>
                  <a:pt x="7410" y="4270"/>
                  <a:pt x="7377" y="4231"/>
                  <a:pt x="7310" y="4211"/>
                </a:cubicBezTo>
                <a:cubicBezTo>
                  <a:pt x="7290" y="4211"/>
                  <a:pt x="7310" y="4197"/>
                  <a:pt x="7297" y="4184"/>
                </a:cubicBezTo>
                <a:cubicBezTo>
                  <a:pt x="7270" y="4184"/>
                  <a:pt x="7283" y="4224"/>
                  <a:pt x="7243" y="4211"/>
                </a:cubicBezTo>
                <a:cubicBezTo>
                  <a:pt x="7250" y="4204"/>
                  <a:pt x="7257" y="4204"/>
                  <a:pt x="7257" y="4191"/>
                </a:cubicBezTo>
                <a:cubicBezTo>
                  <a:pt x="7237" y="4184"/>
                  <a:pt x="7210" y="4177"/>
                  <a:pt x="7177" y="4177"/>
                </a:cubicBezTo>
                <a:cubicBezTo>
                  <a:pt x="7203" y="4211"/>
                  <a:pt x="7157" y="4211"/>
                  <a:pt x="7183" y="4250"/>
                </a:cubicBezTo>
                <a:cubicBezTo>
                  <a:pt x="7083" y="4277"/>
                  <a:pt x="7043" y="4211"/>
                  <a:pt x="6976" y="4257"/>
                </a:cubicBezTo>
                <a:cubicBezTo>
                  <a:pt x="6930" y="4224"/>
                  <a:pt x="6876" y="4250"/>
                  <a:pt x="6843" y="4277"/>
                </a:cubicBezTo>
                <a:cubicBezTo>
                  <a:pt x="6830" y="4303"/>
                  <a:pt x="6876" y="4296"/>
                  <a:pt x="6850" y="4323"/>
                </a:cubicBezTo>
                <a:cubicBezTo>
                  <a:pt x="6896" y="4342"/>
                  <a:pt x="6970" y="4336"/>
                  <a:pt x="7010" y="4362"/>
                </a:cubicBezTo>
                <a:cubicBezTo>
                  <a:pt x="7030" y="4356"/>
                  <a:pt x="7043" y="4336"/>
                  <a:pt x="7070" y="4329"/>
                </a:cubicBezTo>
                <a:cubicBezTo>
                  <a:pt x="7076" y="4342"/>
                  <a:pt x="7063" y="4349"/>
                  <a:pt x="7076" y="4362"/>
                </a:cubicBezTo>
                <a:cubicBezTo>
                  <a:pt x="7170" y="4362"/>
                  <a:pt x="7210" y="4369"/>
                  <a:pt x="7297" y="4376"/>
                </a:cubicBezTo>
                <a:cubicBezTo>
                  <a:pt x="7290" y="4402"/>
                  <a:pt x="7237" y="4382"/>
                  <a:pt x="7223" y="4396"/>
                </a:cubicBezTo>
                <a:cubicBezTo>
                  <a:pt x="7257" y="4409"/>
                  <a:pt x="7263" y="4409"/>
                  <a:pt x="7303" y="4402"/>
                </a:cubicBezTo>
                <a:cubicBezTo>
                  <a:pt x="7297" y="4422"/>
                  <a:pt x="7257" y="4409"/>
                  <a:pt x="7257" y="4436"/>
                </a:cubicBezTo>
                <a:cubicBezTo>
                  <a:pt x="7297" y="4449"/>
                  <a:pt x="7377" y="4449"/>
                  <a:pt x="7397" y="4422"/>
                </a:cubicBezTo>
                <a:cubicBezTo>
                  <a:pt x="7390" y="4436"/>
                  <a:pt x="7397" y="4436"/>
                  <a:pt x="7397" y="4442"/>
                </a:cubicBezTo>
                <a:cubicBezTo>
                  <a:pt x="7444" y="4442"/>
                  <a:pt x="7524" y="4409"/>
                  <a:pt x="7544" y="4442"/>
                </a:cubicBezTo>
                <a:cubicBezTo>
                  <a:pt x="7550" y="4442"/>
                  <a:pt x="7557" y="4436"/>
                  <a:pt x="7557" y="4422"/>
                </a:cubicBezTo>
                <a:cubicBezTo>
                  <a:pt x="7537" y="4416"/>
                  <a:pt x="7484" y="4402"/>
                  <a:pt x="7517" y="4396"/>
                </a:cubicBezTo>
                <a:cubicBezTo>
                  <a:pt x="7477" y="4396"/>
                  <a:pt x="7470" y="4369"/>
                  <a:pt x="7417" y="4376"/>
                </a:cubicBezTo>
                <a:cubicBezTo>
                  <a:pt x="7490" y="4336"/>
                  <a:pt x="7597" y="4369"/>
                  <a:pt x="7657" y="4356"/>
                </a:cubicBezTo>
                <a:cubicBezTo>
                  <a:pt x="7664" y="4382"/>
                  <a:pt x="7711" y="4369"/>
                  <a:pt x="7731" y="4389"/>
                </a:cubicBezTo>
                <a:cubicBezTo>
                  <a:pt x="7724" y="4402"/>
                  <a:pt x="7717" y="4382"/>
                  <a:pt x="7697" y="4389"/>
                </a:cubicBezTo>
                <a:cubicBezTo>
                  <a:pt x="7677" y="4396"/>
                  <a:pt x="7684" y="4442"/>
                  <a:pt x="7691" y="4462"/>
                </a:cubicBezTo>
                <a:cubicBezTo>
                  <a:pt x="7684" y="4455"/>
                  <a:pt x="7677" y="4455"/>
                  <a:pt x="7664" y="4455"/>
                </a:cubicBezTo>
                <a:cubicBezTo>
                  <a:pt x="7670" y="4495"/>
                  <a:pt x="7784" y="4475"/>
                  <a:pt x="7717" y="4462"/>
                </a:cubicBezTo>
                <a:cubicBezTo>
                  <a:pt x="7731" y="4442"/>
                  <a:pt x="7771" y="4462"/>
                  <a:pt x="7777" y="4469"/>
                </a:cubicBezTo>
                <a:cubicBezTo>
                  <a:pt x="7777" y="4475"/>
                  <a:pt x="7764" y="4475"/>
                  <a:pt x="7764" y="4489"/>
                </a:cubicBezTo>
                <a:cubicBezTo>
                  <a:pt x="7784" y="4502"/>
                  <a:pt x="7797" y="4495"/>
                  <a:pt x="7817" y="4495"/>
                </a:cubicBezTo>
                <a:cubicBezTo>
                  <a:pt x="7811" y="4502"/>
                  <a:pt x="7817" y="4509"/>
                  <a:pt x="7824" y="4515"/>
                </a:cubicBezTo>
                <a:cubicBezTo>
                  <a:pt x="7897" y="4522"/>
                  <a:pt x="7964" y="4482"/>
                  <a:pt x="8051" y="4522"/>
                </a:cubicBezTo>
                <a:cubicBezTo>
                  <a:pt x="7917" y="4575"/>
                  <a:pt x="7711" y="4489"/>
                  <a:pt x="7664" y="4615"/>
                </a:cubicBezTo>
                <a:cubicBezTo>
                  <a:pt x="7630" y="4615"/>
                  <a:pt x="7610" y="4628"/>
                  <a:pt x="7597" y="4648"/>
                </a:cubicBezTo>
                <a:cubicBezTo>
                  <a:pt x="7604" y="4655"/>
                  <a:pt x="7637" y="4648"/>
                  <a:pt x="7630" y="4675"/>
                </a:cubicBezTo>
                <a:cubicBezTo>
                  <a:pt x="7570" y="4668"/>
                  <a:pt x="7464" y="4688"/>
                  <a:pt x="7410" y="4675"/>
                </a:cubicBezTo>
                <a:cubicBezTo>
                  <a:pt x="7424" y="4655"/>
                  <a:pt x="7390" y="4615"/>
                  <a:pt x="7417" y="4602"/>
                </a:cubicBezTo>
                <a:cubicBezTo>
                  <a:pt x="7290" y="4569"/>
                  <a:pt x="7063" y="4583"/>
                  <a:pt x="6930" y="4629"/>
                </a:cubicBezTo>
                <a:cubicBezTo>
                  <a:pt x="6963" y="4642"/>
                  <a:pt x="6990" y="4642"/>
                  <a:pt x="7016" y="4649"/>
                </a:cubicBezTo>
                <a:cubicBezTo>
                  <a:pt x="6923" y="4669"/>
                  <a:pt x="6890" y="4649"/>
                  <a:pt x="6796" y="4682"/>
                </a:cubicBezTo>
                <a:cubicBezTo>
                  <a:pt x="6796" y="4669"/>
                  <a:pt x="6796" y="4662"/>
                  <a:pt x="6810" y="4662"/>
                </a:cubicBezTo>
                <a:cubicBezTo>
                  <a:pt x="6796" y="4642"/>
                  <a:pt x="6783" y="4662"/>
                  <a:pt x="6756" y="4655"/>
                </a:cubicBezTo>
                <a:cubicBezTo>
                  <a:pt x="6756" y="4669"/>
                  <a:pt x="6769" y="4669"/>
                  <a:pt x="6776" y="4669"/>
                </a:cubicBezTo>
                <a:cubicBezTo>
                  <a:pt x="6769" y="4681"/>
                  <a:pt x="6776" y="4702"/>
                  <a:pt x="6769" y="4708"/>
                </a:cubicBezTo>
                <a:cubicBezTo>
                  <a:pt x="6736" y="4715"/>
                  <a:pt x="6736" y="4695"/>
                  <a:pt x="6709" y="4695"/>
                </a:cubicBezTo>
                <a:cubicBezTo>
                  <a:pt x="6703" y="4748"/>
                  <a:pt x="6810" y="4708"/>
                  <a:pt x="6796" y="4761"/>
                </a:cubicBezTo>
                <a:cubicBezTo>
                  <a:pt x="6810" y="4768"/>
                  <a:pt x="6823" y="4741"/>
                  <a:pt x="6830" y="4761"/>
                </a:cubicBezTo>
                <a:cubicBezTo>
                  <a:pt x="6836" y="4788"/>
                  <a:pt x="6803" y="4768"/>
                  <a:pt x="6803" y="4781"/>
                </a:cubicBezTo>
                <a:cubicBezTo>
                  <a:pt x="6890" y="4814"/>
                  <a:pt x="6976" y="4788"/>
                  <a:pt x="7076" y="4808"/>
                </a:cubicBezTo>
                <a:cubicBezTo>
                  <a:pt x="7050" y="4814"/>
                  <a:pt x="7036" y="4841"/>
                  <a:pt x="7003" y="4841"/>
                </a:cubicBezTo>
                <a:cubicBezTo>
                  <a:pt x="7003" y="4861"/>
                  <a:pt x="7003" y="4854"/>
                  <a:pt x="7003" y="4874"/>
                </a:cubicBezTo>
                <a:cubicBezTo>
                  <a:pt x="7016" y="4881"/>
                  <a:pt x="7016" y="4841"/>
                  <a:pt x="7023" y="4861"/>
                </a:cubicBezTo>
                <a:cubicBezTo>
                  <a:pt x="7023" y="4894"/>
                  <a:pt x="6943" y="4901"/>
                  <a:pt x="6903" y="4907"/>
                </a:cubicBezTo>
                <a:cubicBezTo>
                  <a:pt x="6943" y="4914"/>
                  <a:pt x="6950" y="4934"/>
                  <a:pt x="6983" y="4934"/>
                </a:cubicBezTo>
                <a:cubicBezTo>
                  <a:pt x="6870" y="4947"/>
                  <a:pt x="6776" y="4947"/>
                  <a:pt x="6649" y="4941"/>
                </a:cubicBezTo>
                <a:cubicBezTo>
                  <a:pt x="6623" y="4941"/>
                  <a:pt x="6649" y="4934"/>
                  <a:pt x="6649" y="4921"/>
                </a:cubicBezTo>
                <a:cubicBezTo>
                  <a:pt x="6596" y="4901"/>
                  <a:pt x="6503" y="4927"/>
                  <a:pt x="6476" y="4887"/>
                </a:cubicBezTo>
                <a:cubicBezTo>
                  <a:pt x="6503" y="4887"/>
                  <a:pt x="6529" y="4894"/>
                  <a:pt x="6529" y="4860"/>
                </a:cubicBezTo>
                <a:cubicBezTo>
                  <a:pt x="6543" y="4894"/>
                  <a:pt x="6576" y="4867"/>
                  <a:pt x="6603" y="4881"/>
                </a:cubicBezTo>
                <a:cubicBezTo>
                  <a:pt x="6603" y="4860"/>
                  <a:pt x="6603" y="4867"/>
                  <a:pt x="6603" y="4847"/>
                </a:cubicBezTo>
                <a:cubicBezTo>
                  <a:pt x="6589" y="4860"/>
                  <a:pt x="6549" y="4847"/>
                  <a:pt x="6523" y="4840"/>
                </a:cubicBezTo>
                <a:cubicBezTo>
                  <a:pt x="6523" y="4820"/>
                  <a:pt x="6556" y="4834"/>
                  <a:pt x="6549" y="4807"/>
                </a:cubicBezTo>
                <a:cubicBezTo>
                  <a:pt x="6496" y="4780"/>
                  <a:pt x="6462" y="4800"/>
                  <a:pt x="6409" y="4780"/>
                </a:cubicBezTo>
                <a:cubicBezTo>
                  <a:pt x="6396" y="4761"/>
                  <a:pt x="6456" y="4741"/>
                  <a:pt x="6409" y="4734"/>
                </a:cubicBezTo>
                <a:cubicBezTo>
                  <a:pt x="6429" y="4714"/>
                  <a:pt x="6442" y="4741"/>
                  <a:pt x="6456" y="4741"/>
                </a:cubicBezTo>
                <a:cubicBezTo>
                  <a:pt x="6469" y="4748"/>
                  <a:pt x="6469" y="4728"/>
                  <a:pt x="6476" y="4728"/>
                </a:cubicBezTo>
                <a:cubicBezTo>
                  <a:pt x="6496" y="4741"/>
                  <a:pt x="6509" y="4734"/>
                  <a:pt x="6543" y="4734"/>
                </a:cubicBezTo>
                <a:cubicBezTo>
                  <a:pt x="6616" y="4728"/>
                  <a:pt x="6676" y="4767"/>
                  <a:pt x="6703" y="4714"/>
                </a:cubicBezTo>
                <a:cubicBezTo>
                  <a:pt x="6703" y="4701"/>
                  <a:pt x="6676" y="4708"/>
                  <a:pt x="6676" y="4694"/>
                </a:cubicBezTo>
                <a:cubicBezTo>
                  <a:pt x="6703" y="4661"/>
                  <a:pt x="6716" y="4681"/>
                  <a:pt x="6743" y="4655"/>
                </a:cubicBezTo>
                <a:cubicBezTo>
                  <a:pt x="6716" y="4642"/>
                  <a:pt x="6669" y="4655"/>
                  <a:pt x="6676" y="4688"/>
                </a:cubicBezTo>
                <a:cubicBezTo>
                  <a:pt x="6643" y="4688"/>
                  <a:pt x="6603" y="4695"/>
                  <a:pt x="6583" y="4681"/>
                </a:cubicBezTo>
                <a:cubicBezTo>
                  <a:pt x="6556" y="4688"/>
                  <a:pt x="6583" y="4715"/>
                  <a:pt x="6556" y="4715"/>
                </a:cubicBezTo>
                <a:cubicBezTo>
                  <a:pt x="6576" y="4681"/>
                  <a:pt x="6516" y="4655"/>
                  <a:pt x="6489" y="4681"/>
                </a:cubicBezTo>
                <a:cubicBezTo>
                  <a:pt x="6476" y="4661"/>
                  <a:pt x="6462" y="4668"/>
                  <a:pt x="6436" y="4668"/>
                </a:cubicBezTo>
                <a:cubicBezTo>
                  <a:pt x="6436" y="4661"/>
                  <a:pt x="6442" y="4668"/>
                  <a:pt x="6449" y="4661"/>
                </a:cubicBezTo>
                <a:cubicBezTo>
                  <a:pt x="6382" y="4629"/>
                  <a:pt x="6269" y="4642"/>
                  <a:pt x="6229" y="4609"/>
                </a:cubicBezTo>
                <a:cubicBezTo>
                  <a:pt x="6236" y="4589"/>
                  <a:pt x="6269" y="4609"/>
                  <a:pt x="6289" y="4595"/>
                </a:cubicBezTo>
                <a:cubicBezTo>
                  <a:pt x="6282" y="4589"/>
                  <a:pt x="6282" y="4589"/>
                  <a:pt x="6282" y="4575"/>
                </a:cubicBezTo>
                <a:cubicBezTo>
                  <a:pt x="6262" y="4615"/>
                  <a:pt x="6222" y="4562"/>
                  <a:pt x="6222" y="4582"/>
                </a:cubicBezTo>
                <a:cubicBezTo>
                  <a:pt x="6195" y="4562"/>
                  <a:pt x="6242" y="4562"/>
                  <a:pt x="6249" y="4569"/>
                </a:cubicBezTo>
                <a:cubicBezTo>
                  <a:pt x="6256" y="4549"/>
                  <a:pt x="6229" y="4555"/>
                  <a:pt x="6242" y="4535"/>
                </a:cubicBezTo>
                <a:cubicBezTo>
                  <a:pt x="6216" y="4542"/>
                  <a:pt x="6209" y="4529"/>
                  <a:pt x="6182" y="4529"/>
                </a:cubicBezTo>
                <a:cubicBezTo>
                  <a:pt x="6202" y="4535"/>
                  <a:pt x="6195" y="4555"/>
                  <a:pt x="6175" y="4542"/>
                </a:cubicBezTo>
                <a:cubicBezTo>
                  <a:pt x="6189" y="4568"/>
                  <a:pt x="6175" y="4568"/>
                  <a:pt x="6182" y="4595"/>
                </a:cubicBezTo>
                <a:cubicBezTo>
                  <a:pt x="6175" y="4588"/>
                  <a:pt x="6175" y="4575"/>
                  <a:pt x="6162" y="4575"/>
                </a:cubicBezTo>
                <a:cubicBezTo>
                  <a:pt x="6162" y="4575"/>
                  <a:pt x="6169" y="4581"/>
                  <a:pt x="6169" y="4588"/>
                </a:cubicBezTo>
                <a:cubicBezTo>
                  <a:pt x="6135" y="4568"/>
                  <a:pt x="6115" y="4581"/>
                  <a:pt x="6075" y="4588"/>
                </a:cubicBezTo>
                <a:cubicBezTo>
                  <a:pt x="6055" y="4595"/>
                  <a:pt x="6089" y="4601"/>
                  <a:pt x="6082" y="4621"/>
                </a:cubicBezTo>
                <a:cubicBezTo>
                  <a:pt x="6029" y="4608"/>
                  <a:pt x="5929" y="4654"/>
                  <a:pt x="5875" y="4615"/>
                </a:cubicBezTo>
                <a:cubicBezTo>
                  <a:pt x="5882" y="4641"/>
                  <a:pt x="5822" y="4615"/>
                  <a:pt x="5802" y="4621"/>
                </a:cubicBezTo>
                <a:cubicBezTo>
                  <a:pt x="5802" y="4601"/>
                  <a:pt x="5822" y="4601"/>
                  <a:pt x="5835" y="4601"/>
                </a:cubicBezTo>
                <a:cubicBezTo>
                  <a:pt x="5828" y="4595"/>
                  <a:pt x="5828" y="4595"/>
                  <a:pt x="5828" y="4581"/>
                </a:cubicBezTo>
                <a:cubicBezTo>
                  <a:pt x="5808" y="4575"/>
                  <a:pt x="5762" y="4581"/>
                  <a:pt x="5728" y="4575"/>
                </a:cubicBezTo>
                <a:cubicBezTo>
                  <a:pt x="5735" y="4561"/>
                  <a:pt x="5722" y="4561"/>
                  <a:pt x="5722" y="4548"/>
                </a:cubicBezTo>
                <a:cubicBezTo>
                  <a:pt x="5755" y="4548"/>
                  <a:pt x="5762" y="4535"/>
                  <a:pt x="5788" y="4535"/>
                </a:cubicBezTo>
                <a:cubicBezTo>
                  <a:pt x="5782" y="4548"/>
                  <a:pt x="5788" y="4548"/>
                  <a:pt x="5795" y="4561"/>
                </a:cubicBezTo>
                <a:cubicBezTo>
                  <a:pt x="5795" y="4555"/>
                  <a:pt x="5828" y="4548"/>
                  <a:pt x="5828" y="4561"/>
                </a:cubicBezTo>
                <a:cubicBezTo>
                  <a:pt x="5835" y="4535"/>
                  <a:pt x="5848" y="4521"/>
                  <a:pt x="5868" y="4548"/>
                </a:cubicBezTo>
                <a:cubicBezTo>
                  <a:pt x="5875" y="4548"/>
                  <a:pt x="5868" y="4521"/>
                  <a:pt x="5882" y="4521"/>
                </a:cubicBezTo>
                <a:cubicBezTo>
                  <a:pt x="5875" y="4515"/>
                  <a:pt x="5862" y="4508"/>
                  <a:pt x="5848" y="4501"/>
                </a:cubicBezTo>
                <a:cubicBezTo>
                  <a:pt x="5828" y="4515"/>
                  <a:pt x="5782" y="4515"/>
                  <a:pt x="5748" y="4508"/>
                </a:cubicBezTo>
                <a:cubicBezTo>
                  <a:pt x="5735" y="4508"/>
                  <a:pt x="5735" y="4521"/>
                  <a:pt x="5735" y="4521"/>
                </a:cubicBezTo>
                <a:cubicBezTo>
                  <a:pt x="5695" y="4521"/>
                  <a:pt x="5635" y="4495"/>
                  <a:pt x="5608" y="4528"/>
                </a:cubicBezTo>
                <a:cubicBezTo>
                  <a:pt x="5581" y="4495"/>
                  <a:pt x="5488" y="4515"/>
                  <a:pt x="5455" y="4501"/>
                </a:cubicBezTo>
                <a:cubicBezTo>
                  <a:pt x="5455" y="4528"/>
                  <a:pt x="5408" y="4508"/>
                  <a:pt x="5381" y="4528"/>
                </a:cubicBezTo>
                <a:cubicBezTo>
                  <a:pt x="5381" y="4541"/>
                  <a:pt x="5395" y="4521"/>
                  <a:pt x="5395" y="4535"/>
                </a:cubicBezTo>
                <a:cubicBezTo>
                  <a:pt x="5341" y="4581"/>
                  <a:pt x="5248" y="4548"/>
                  <a:pt x="5181" y="4548"/>
                </a:cubicBezTo>
                <a:cubicBezTo>
                  <a:pt x="5121" y="4548"/>
                  <a:pt x="5048" y="4581"/>
                  <a:pt x="5001" y="4541"/>
                </a:cubicBezTo>
                <a:cubicBezTo>
                  <a:pt x="5028" y="4528"/>
                  <a:pt x="4994" y="4528"/>
                  <a:pt x="5007" y="4508"/>
                </a:cubicBezTo>
                <a:cubicBezTo>
                  <a:pt x="4994" y="4508"/>
                  <a:pt x="5001" y="4528"/>
                  <a:pt x="4987" y="4528"/>
                </a:cubicBezTo>
                <a:cubicBezTo>
                  <a:pt x="4907" y="4495"/>
                  <a:pt x="4774" y="4594"/>
                  <a:pt x="4734" y="4521"/>
                </a:cubicBezTo>
                <a:cubicBezTo>
                  <a:pt x="4734" y="4521"/>
                  <a:pt x="4734" y="4521"/>
                  <a:pt x="4687" y="4521"/>
                </a:cubicBezTo>
                <a:cubicBezTo>
                  <a:pt x="4694" y="4495"/>
                  <a:pt x="4694" y="4482"/>
                  <a:pt x="4660" y="4482"/>
                </a:cubicBezTo>
                <a:cubicBezTo>
                  <a:pt x="4680" y="4469"/>
                  <a:pt x="4707" y="4469"/>
                  <a:pt x="4720" y="4449"/>
                </a:cubicBezTo>
                <a:cubicBezTo>
                  <a:pt x="4707" y="4428"/>
                  <a:pt x="4660" y="4442"/>
                  <a:pt x="4640" y="4428"/>
                </a:cubicBezTo>
                <a:cubicBezTo>
                  <a:pt x="4634" y="4435"/>
                  <a:pt x="4620" y="4468"/>
                  <a:pt x="4634" y="4475"/>
                </a:cubicBezTo>
                <a:cubicBezTo>
                  <a:pt x="4614" y="4481"/>
                  <a:pt x="4607" y="4495"/>
                  <a:pt x="4607" y="4508"/>
                </a:cubicBezTo>
                <a:cubicBezTo>
                  <a:pt x="4534" y="4501"/>
                  <a:pt x="4494" y="4515"/>
                  <a:pt x="4440" y="4495"/>
                </a:cubicBezTo>
                <a:cubicBezTo>
                  <a:pt x="4440" y="4501"/>
                  <a:pt x="4454" y="4501"/>
                  <a:pt x="4460" y="4501"/>
                </a:cubicBezTo>
                <a:cubicBezTo>
                  <a:pt x="4454" y="4514"/>
                  <a:pt x="4447" y="4521"/>
                  <a:pt x="4447" y="4541"/>
                </a:cubicBezTo>
                <a:cubicBezTo>
                  <a:pt x="4440" y="4541"/>
                  <a:pt x="4427" y="4541"/>
                  <a:pt x="4420" y="4541"/>
                </a:cubicBezTo>
                <a:cubicBezTo>
                  <a:pt x="4420" y="4515"/>
                  <a:pt x="4440" y="4521"/>
                  <a:pt x="4433" y="4501"/>
                </a:cubicBezTo>
                <a:cubicBezTo>
                  <a:pt x="4407" y="4455"/>
                  <a:pt x="4313" y="4481"/>
                  <a:pt x="4260" y="4481"/>
                </a:cubicBezTo>
                <a:cubicBezTo>
                  <a:pt x="4267" y="4501"/>
                  <a:pt x="4240" y="4515"/>
                  <a:pt x="4273" y="4508"/>
                </a:cubicBezTo>
                <a:cubicBezTo>
                  <a:pt x="4200" y="4554"/>
                  <a:pt x="4093" y="4534"/>
                  <a:pt x="4026" y="4495"/>
                </a:cubicBezTo>
                <a:cubicBezTo>
                  <a:pt x="4013" y="4495"/>
                  <a:pt x="4013" y="4508"/>
                  <a:pt x="4000" y="4515"/>
                </a:cubicBezTo>
                <a:cubicBezTo>
                  <a:pt x="3906" y="4508"/>
                  <a:pt x="3839" y="4501"/>
                  <a:pt x="3753" y="4495"/>
                </a:cubicBezTo>
                <a:cubicBezTo>
                  <a:pt x="3806" y="4488"/>
                  <a:pt x="3900" y="4495"/>
                  <a:pt x="3960" y="4481"/>
                </a:cubicBezTo>
                <a:cubicBezTo>
                  <a:pt x="3953" y="4468"/>
                  <a:pt x="3940" y="4468"/>
                  <a:pt x="3940" y="4455"/>
                </a:cubicBezTo>
                <a:cubicBezTo>
                  <a:pt x="3806" y="4441"/>
                  <a:pt x="3693" y="4481"/>
                  <a:pt x="3573" y="4468"/>
                </a:cubicBezTo>
                <a:cubicBezTo>
                  <a:pt x="3559" y="4475"/>
                  <a:pt x="3539" y="4468"/>
                  <a:pt x="3539" y="4495"/>
                </a:cubicBezTo>
                <a:cubicBezTo>
                  <a:pt x="3526" y="4495"/>
                  <a:pt x="3532" y="4481"/>
                  <a:pt x="3519" y="4481"/>
                </a:cubicBezTo>
                <a:cubicBezTo>
                  <a:pt x="3452" y="4547"/>
                  <a:pt x="3319" y="4481"/>
                  <a:pt x="3205" y="4508"/>
                </a:cubicBezTo>
                <a:cubicBezTo>
                  <a:pt x="3225" y="4521"/>
                  <a:pt x="3259" y="4521"/>
                  <a:pt x="3292" y="4547"/>
                </a:cubicBezTo>
                <a:cubicBezTo>
                  <a:pt x="3299" y="4534"/>
                  <a:pt x="3292" y="4534"/>
                  <a:pt x="3279" y="4534"/>
                </a:cubicBezTo>
                <a:cubicBezTo>
                  <a:pt x="3286" y="4507"/>
                  <a:pt x="3306" y="4534"/>
                  <a:pt x="3326" y="4521"/>
                </a:cubicBezTo>
                <a:cubicBezTo>
                  <a:pt x="3326" y="4541"/>
                  <a:pt x="3319" y="4534"/>
                  <a:pt x="3326" y="4547"/>
                </a:cubicBezTo>
                <a:cubicBezTo>
                  <a:pt x="3346" y="4534"/>
                  <a:pt x="3366" y="4507"/>
                  <a:pt x="3399" y="4527"/>
                </a:cubicBezTo>
                <a:cubicBezTo>
                  <a:pt x="3392" y="4541"/>
                  <a:pt x="3379" y="4541"/>
                  <a:pt x="3359" y="4541"/>
                </a:cubicBezTo>
                <a:cubicBezTo>
                  <a:pt x="3386" y="4554"/>
                  <a:pt x="3412" y="4561"/>
                  <a:pt x="3452" y="4554"/>
                </a:cubicBezTo>
                <a:cubicBezTo>
                  <a:pt x="3466" y="4541"/>
                  <a:pt x="3452" y="4534"/>
                  <a:pt x="3466" y="4521"/>
                </a:cubicBezTo>
                <a:cubicBezTo>
                  <a:pt x="3499" y="4633"/>
                  <a:pt x="3693" y="4547"/>
                  <a:pt x="3746" y="4646"/>
                </a:cubicBezTo>
                <a:cubicBezTo>
                  <a:pt x="3759" y="4620"/>
                  <a:pt x="3860" y="4626"/>
                  <a:pt x="3846" y="4653"/>
                </a:cubicBezTo>
                <a:cubicBezTo>
                  <a:pt x="3893" y="4653"/>
                  <a:pt x="3900" y="4673"/>
                  <a:pt x="3940" y="4660"/>
                </a:cubicBezTo>
                <a:cubicBezTo>
                  <a:pt x="3940" y="4673"/>
                  <a:pt x="3933" y="4673"/>
                  <a:pt x="3933" y="4686"/>
                </a:cubicBezTo>
                <a:cubicBezTo>
                  <a:pt x="3946" y="4686"/>
                  <a:pt x="3960" y="4680"/>
                  <a:pt x="3980" y="4680"/>
                </a:cubicBezTo>
                <a:cubicBezTo>
                  <a:pt x="3980" y="4693"/>
                  <a:pt x="3960" y="4686"/>
                  <a:pt x="3973" y="4706"/>
                </a:cubicBezTo>
                <a:cubicBezTo>
                  <a:pt x="3993" y="4713"/>
                  <a:pt x="3993" y="4686"/>
                  <a:pt x="4006" y="4680"/>
                </a:cubicBezTo>
                <a:cubicBezTo>
                  <a:pt x="4080" y="4700"/>
                  <a:pt x="4133" y="4660"/>
                  <a:pt x="4207" y="4680"/>
                </a:cubicBezTo>
                <a:cubicBezTo>
                  <a:pt x="4220" y="4680"/>
                  <a:pt x="4220" y="4673"/>
                  <a:pt x="4220" y="4653"/>
                </a:cubicBezTo>
                <a:cubicBezTo>
                  <a:pt x="4220" y="4653"/>
                  <a:pt x="4220" y="4653"/>
                  <a:pt x="4327" y="4653"/>
                </a:cubicBezTo>
                <a:cubicBezTo>
                  <a:pt x="4327" y="4666"/>
                  <a:pt x="4320" y="4666"/>
                  <a:pt x="4320" y="4673"/>
                </a:cubicBezTo>
                <a:cubicBezTo>
                  <a:pt x="4373" y="4647"/>
                  <a:pt x="4427" y="4700"/>
                  <a:pt x="4487" y="4700"/>
                </a:cubicBezTo>
                <a:cubicBezTo>
                  <a:pt x="4487" y="4706"/>
                  <a:pt x="4474" y="4706"/>
                  <a:pt x="4474" y="4713"/>
                </a:cubicBezTo>
                <a:cubicBezTo>
                  <a:pt x="4500" y="4739"/>
                  <a:pt x="4500" y="4706"/>
                  <a:pt x="4520" y="4700"/>
                </a:cubicBezTo>
                <a:cubicBezTo>
                  <a:pt x="4567" y="4686"/>
                  <a:pt x="4607" y="4720"/>
                  <a:pt x="4647" y="4720"/>
                </a:cubicBezTo>
                <a:cubicBezTo>
                  <a:pt x="4667" y="4720"/>
                  <a:pt x="4694" y="4693"/>
                  <a:pt x="4707" y="4726"/>
                </a:cubicBezTo>
                <a:cubicBezTo>
                  <a:pt x="4727" y="4726"/>
                  <a:pt x="4741" y="4720"/>
                  <a:pt x="4741" y="4706"/>
                </a:cubicBezTo>
                <a:cubicBezTo>
                  <a:pt x="4994" y="4713"/>
                  <a:pt x="5194" y="4746"/>
                  <a:pt x="5448" y="4779"/>
                </a:cubicBezTo>
                <a:cubicBezTo>
                  <a:pt x="5415" y="4793"/>
                  <a:pt x="5375" y="4799"/>
                  <a:pt x="5314" y="4806"/>
                </a:cubicBezTo>
                <a:cubicBezTo>
                  <a:pt x="5335" y="4859"/>
                  <a:pt x="5254" y="4819"/>
                  <a:pt x="5241" y="4833"/>
                </a:cubicBezTo>
                <a:cubicBezTo>
                  <a:pt x="5174" y="4833"/>
                  <a:pt x="5108" y="4833"/>
                  <a:pt x="5028" y="4819"/>
                </a:cubicBezTo>
                <a:cubicBezTo>
                  <a:pt x="5007" y="4813"/>
                  <a:pt x="5061" y="4819"/>
                  <a:pt x="5054" y="4806"/>
                </a:cubicBezTo>
                <a:cubicBezTo>
                  <a:pt x="4700" y="4786"/>
                  <a:pt x="4253" y="4773"/>
                  <a:pt x="3846" y="4746"/>
                </a:cubicBezTo>
                <a:cubicBezTo>
                  <a:pt x="3639" y="4733"/>
                  <a:pt x="3378" y="4740"/>
                  <a:pt x="3218" y="4753"/>
                </a:cubicBezTo>
                <a:cubicBezTo>
                  <a:pt x="3171" y="4760"/>
                  <a:pt x="3105" y="4734"/>
                  <a:pt x="3071" y="4780"/>
                </a:cubicBezTo>
                <a:cubicBezTo>
                  <a:pt x="3158" y="4786"/>
                  <a:pt x="3278" y="4806"/>
                  <a:pt x="3345" y="4773"/>
                </a:cubicBezTo>
                <a:cubicBezTo>
                  <a:pt x="3338" y="4800"/>
                  <a:pt x="3378" y="4786"/>
                  <a:pt x="3378" y="4806"/>
                </a:cubicBezTo>
                <a:cubicBezTo>
                  <a:pt x="3445" y="4773"/>
                  <a:pt x="3532" y="4827"/>
                  <a:pt x="3599" y="4793"/>
                </a:cubicBezTo>
                <a:cubicBezTo>
                  <a:pt x="3605" y="4800"/>
                  <a:pt x="3605" y="4806"/>
                  <a:pt x="3612" y="4813"/>
                </a:cubicBezTo>
                <a:cubicBezTo>
                  <a:pt x="3692" y="4786"/>
                  <a:pt x="3765" y="4827"/>
                  <a:pt x="3826" y="4800"/>
                </a:cubicBezTo>
                <a:cubicBezTo>
                  <a:pt x="4120" y="4826"/>
                  <a:pt x="4480" y="4846"/>
                  <a:pt x="4834" y="4853"/>
                </a:cubicBezTo>
                <a:cubicBezTo>
                  <a:pt x="4834" y="4866"/>
                  <a:pt x="4861" y="4853"/>
                  <a:pt x="4854" y="4873"/>
                </a:cubicBezTo>
                <a:cubicBezTo>
                  <a:pt x="4867" y="4859"/>
                  <a:pt x="4887" y="4866"/>
                  <a:pt x="4894" y="4853"/>
                </a:cubicBezTo>
                <a:cubicBezTo>
                  <a:pt x="5041" y="4886"/>
                  <a:pt x="5141" y="4859"/>
                  <a:pt x="5281" y="4886"/>
                </a:cubicBezTo>
                <a:cubicBezTo>
                  <a:pt x="5248" y="4939"/>
                  <a:pt x="5134" y="4912"/>
                  <a:pt x="5061" y="4932"/>
                </a:cubicBezTo>
                <a:cubicBezTo>
                  <a:pt x="5048" y="4958"/>
                  <a:pt x="5081" y="4965"/>
                  <a:pt x="5054" y="4985"/>
                </a:cubicBezTo>
                <a:cubicBezTo>
                  <a:pt x="5081" y="5018"/>
                  <a:pt x="5128" y="4978"/>
                  <a:pt x="5148" y="5005"/>
                </a:cubicBezTo>
                <a:cubicBezTo>
                  <a:pt x="5028" y="5044"/>
                  <a:pt x="4901" y="5012"/>
                  <a:pt x="4767" y="5005"/>
                </a:cubicBezTo>
                <a:cubicBezTo>
                  <a:pt x="4540" y="4998"/>
                  <a:pt x="4307" y="5025"/>
                  <a:pt x="4086" y="5018"/>
                </a:cubicBezTo>
                <a:cubicBezTo>
                  <a:pt x="3980" y="5012"/>
                  <a:pt x="3880" y="5012"/>
                  <a:pt x="3806" y="4998"/>
                </a:cubicBezTo>
                <a:cubicBezTo>
                  <a:pt x="3799" y="4998"/>
                  <a:pt x="3799" y="5012"/>
                  <a:pt x="3799" y="5012"/>
                </a:cubicBezTo>
                <a:cubicBezTo>
                  <a:pt x="3485" y="5032"/>
                  <a:pt x="3178" y="5005"/>
                  <a:pt x="2871" y="5005"/>
                </a:cubicBezTo>
                <a:cubicBezTo>
                  <a:pt x="2878" y="4998"/>
                  <a:pt x="2878" y="4985"/>
                  <a:pt x="2871" y="4978"/>
                </a:cubicBezTo>
                <a:cubicBezTo>
                  <a:pt x="2851" y="4985"/>
                  <a:pt x="2824" y="4958"/>
                  <a:pt x="2818" y="4978"/>
                </a:cubicBezTo>
                <a:cubicBezTo>
                  <a:pt x="2804" y="4938"/>
                  <a:pt x="2864" y="4951"/>
                  <a:pt x="2904" y="4945"/>
                </a:cubicBezTo>
                <a:cubicBezTo>
                  <a:pt x="2884" y="4925"/>
                  <a:pt x="2824" y="4931"/>
                  <a:pt x="2818" y="4892"/>
                </a:cubicBezTo>
                <a:cubicBezTo>
                  <a:pt x="2831" y="4905"/>
                  <a:pt x="2838" y="4885"/>
                  <a:pt x="2858" y="4892"/>
                </a:cubicBezTo>
                <a:cubicBezTo>
                  <a:pt x="2871" y="4899"/>
                  <a:pt x="2871" y="4919"/>
                  <a:pt x="2884" y="4919"/>
                </a:cubicBezTo>
                <a:cubicBezTo>
                  <a:pt x="2985" y="4905"/>
                  <a:pt x="3065" y="4931"/>
                  <a:pt x="3111" y="4885"/>
                </a:cubicBezTo>
                <a:cubicBezTo>
                  <a:pt x="2824" y="4833"/>
                  <a:pt x="2510" y="4905"/>
                  <a:pt x="2203" y="4839"/>
                </a:cubicBezTo>
                <a:cubicBezTo>
                  <a:pt x="2230" y="4819"/>
                  <a:pt x="2277" y="4826"/>
                  <a:pt x="2310" y="4806"/>
                </a:cubicBezTo>
                <a:cubicBezTo>
                  <a:pt x="2390" y="4826"/>
                  <a:pt x="2564" y="4793"/>
                  <a:pt x="2664" y="4819"/>
                </a:cubicBezTo>
                <a:cubicBezTo>
                  <a:pt x="2757" y="4839"/>
                  <a:pt x="2904" y="4826"/>
                  <a:pt x="3011" y="4826"/>
                </a:cubicBezTo>
                <a:cubicBezTo>
                  <a:pt x="2736" y="4793"/>
                  <a:pt x="2416" y="4779"/>
                  <a:pt x="2169" y="4793"/>
                </a:cubicBezTo>
                <a:cubicBezTo>
                  <a:pt x="2149" y="4793"/>
                  <a:pt x="2149" y="4779"/>
                  <a:pt x="2122" y="4786"/>
                </a:cubicBezTo>
                <a:cubicBezTo>
                  <a:pt x="1996" y="4799"/>
                  <a:pt x="1822" y="4786"/>
                  <a:pt x="1689" y="4759"/>
                </a:cubicBezTo>
                <a:cubicBezTo>
                  <a:pt x="1608" y="4799"/>
                  <a:pt x="1488" y="4773"/>
                  <a:pt x="1375" y="4766"/>
                </a:cubicBezTo>
                <a:cubicBezTo>
                  <a:pt x="1348" y="4766"/>
                  <a:pt x="1308" y="4779"/>
                  <a:pt x="1281" y="4773"/>
                </a:cubicBezTo>
                <a:cubicBezTo>
                  <a:pt x="1408" y="4805"/>
                  <a:pt x="1568" y="4799"/>
                  <a:pt x="1695" y="4819"/>
                </a:cubicBezTo>
                <a:cubicBezTo>
                  <a:pt x="1709" y="4845"/>
                  <a:pt x="1755" y="4845"/>
                  <a:pt x="1795" y="4852"/>
                </a:cubicBezTo>
                <a:cubicBezTo>
                  <a:pt x="1795" y="4859"/>
                  <a:pt x="1789" y="4859"/>
                  <a:pt x="1775" y="4865"/>
                </a:cubicBezTo>
                <a:cubicBezTo>
                  <a:pt x="1822" y="4892"/>
                  <a:pt x="1889" y="4865"/>
                  <a:pt x="1936" y="4892"/>
                </a:cubicBezTo>
                <a:cubicBezTo>
                  <a:pt x="1869" y="4911"/>
                  <a:pt x="1782" y="4879"/>
                  <a:pt x="1755" y="4938"/>
                </a:cubicBezTo>
                <a:cubicBezTo>
                  <a:pt x="1742" y="4938"/>
                  <a:pt x="1722" y="4925"/>
                  <a:pt x="1715" y="4945"/>
                </a:cubicBezTo>
                <a:cubicBezTo>
                  <a:pt x="1742" y="4951"/>
                  <a:pt x="1782" y="4945"/>
                  <a:pt x="1815" y="4965"/>
                </a:cubicBezTo>
                <a:cubicBezTo>
                  <a:pt x="1702" y="4992"/>
                  <a:pt x="1588" y="4972"/>
                  <a:pt x="1482" y="4965"/>
                </a:cubicBezTo>
                <a:cubicBezTo>
                  <a:pt x="1402" y="4958"/>
                  <a:pt x="1315" y="4978"/>
                  <a:pt x="1235" y="4972"/>
                </a:cubicBezTo>
                <a:cubicBezTo>
                  <a:pt x="1095" y="4951"/>
                  <a:pt x="961" y="4918"/>
                  <a:pt x="828" y="4951"/>
                </a:cubicBezTo>
                <a:cubicBezTo>
                  <a:pt x="808" y="4912"/>
                  <a:pt x="734" y="4905"/>
                  <a:pt x="681" y="4912"/>
                </a:cubicBezTo>
                <a:cubicBezTo>
                  <a:pt x="681" y="4912"/>
                  <a:pt x="687" y="4905"/>
                  <a:pt x="687" y="4899"/>
                </a:cubicBezTo>
                <a:cubicBezTo>
                  <a:pt x="527" y="4872"/>
                  <a:pt x="407" y="4885"/>
                  <a:pt x="227" y="4905"/>
                </a:cubicBezTo>
                <a:cubicBezTo>
                  <a:pt x="220" y="4879"/>
                  <a:pt x="187" y="4885"/>
                  <a:pt x="174" y="4872"/>
                </a:cubicBezTo>
                <a:cubicBezTo>
                  <a:pt x="220" y="4833"/>
                  <a:pt x="300" y="4819"/>
                  <a:pt x="360" y="4819"/>
                </a:cubicBezTo>
                <a:cubicBezTo>
                  <a:pt x="387" y="4780"/>
                  <a:pt x="494" y="4813"/>
                  <a:pt x="501" y="4746"/>
                </a:cubicBezTo>
                <a:cubicBezTo>
                  <a:pt x="687" y="4753"/>
                  <a:pt x="814" y="4760"/>
                  <a:pt x="1021" y="4746"/>
                </a:cubicBezTo>
                <a:cubicBezTo>
                  <a:pt x="914" y="4700"/>
                  <a:pt x="781" y="4740"/>
                  <a:pt x="667" y="4713"/>
                </a:cubicBezTo>
                <a:cubicBezTo>
                  <a:pt x="641" y="4707"/>
                  <a:pt x="621" y="4680"/>
                  <a:pt x="594" y="4674"/>
                </a:cubicBezTo>
                <a:cubicBezTo>
                  <a:pt x="527" y="4660"/>
                  <a:pt x="447" y="4660"/>
                  <a:pt x="387" y="4687"/>
                </a:cubicBezTo>
                <a:cubicBezTo>
                  <a:pt x="334" y="4647"/>
                  <a:pt x="294" y="4707"/>
                  <a:pt x="227" y="4680"/>
                </a:cubicBezTo>
                <a:cubicBezTo>
                  <a:pt x="220" y="4680"/>
                  <a:pt x="220" y="4694"/>
                  <a:pt x="220" y="4707"/>
                </a:cubicBezTo>
                <a:cubicBezTo>
                  <a:pt x="207" y="4707"/>
                  <a:pt x="207" y="4694"/>
                  <a:pt x="207" y="4680"/>
                </a:cubicBezTo>
                <a:cubicBezTo>
                  <a:pt x="174" y="4706"/>
                  <a:pt x="160" y="4680"/>
                  <a:pt x="120" y="4667"/>
                </a:cubicBezTo>
                <a:cubicBezTo>
                  <a:pt x="127" y="4641"/>
                  <a:pt x="113" y="4627"/>
                  <a:pt x="113" y="4607"/>
                </a:cubicBezTo>
                <a:cubicBezTo>
                  <a:pt x="127" y="4581"/>
                  <a:pt x="147" y="4561"/>
                  <a:pt x="180" y="4548"/>
                </a:cubicBezTo>
                <a:cubicBezTo>
                  <a:pt x="174" y="4502"/>
                  <a:pt x="207" y="4462"/>
                  <a:pt x="240" y="4436"/>
                </a:cubicBezTo>
                <a:cubicBezTo>
                  <a:pt x="280" y="4449"/>
                  <a:pt x="314" y="4469"/>
                  <a:pt x="334" y="4495"/>
                </a:cubicBezTo>
                <a:cubicBezTo>
                  <a:pt x="467" y="4515"/>
                  <a:pt x="607" y="4522"/>
                  <a:pt x="748" y="4529"/>
                </a:cubicBezTo>
                <a:cubicBezTo>
                  <a:pt x="794" y="4503"/>
                  <a:pt x="861" y="4503"/>
                  <a:pt x="921" y="4489"/>
                </a:cubicBezTo>
                <a:cubicBezTo>
                  <a:pt x="894" y="4469"/>
                  <a:pt x="854" y="4469"/>
                  <a:pt x="834" y="4476"/>
                </a:cubicBezTo>
                <a:cubicBezTo>
                  <a:pt x="808" y="4416"/>
                  <a:pt x="734" y="4410"/>
                  <a:pt x="654" y="4403"/>
                </a:cubicBezTo>
                <a:cubicBezTo>
                  <a:pt x="654" y="4396"/>
                  <a:pt x="647" y="4383"/>
                  <a:pt x="647" y="4370"/>
                </a:cubicBezTo>
                <a:cubicBezTo>
                  <a:pt x="614" y="4363"/>
                  <a:pt x="567" y="4363"/>
                  <a:pt x="534" y="4350"/>
                </a:cubicBezTo>
                <a:cubicBezTo>
                  <a:pt x="594" y="4316"/>
                  <a:pt x="687" y="4336"/>
                  <a:pt x="774" y="4330"/>
                </a:cubicBezTo>
                <a:cubicBezTo>
                  <a:pt x="748" y="4303"/>
                  <a:pt x="694" y="4316"/>
                  <a:pt x="654" y="4310"/>
                </a:cubicBezTo>
                <a:cubicBezTo>
                  <a:pt x="567" y="4296"/>
                  <a:pt x="414" y="4263"/>
                  <a:pt x="320" y="4250"/>
                </a:cubicBezTo>
                <a:cubicBezTo>
                  <a:pt x="300" y="4250"/>
                  <a:pt x="280" y="4257"/>
                  <a:pt x="260" y="4250"/>
                </a:cubicBezTo>
                <a:cubicBezTo>
                  <a:pt x="214" y="4243"/>
                  <a:pt x="187" y="4197"/>
                  <a:pt x="140" y="4197"/>
                </a:cubicBezTo>
                <a:cubicBezTo>
                  <a:pt x="167" y="4145"/>
                  <a:pt x="140" y="4098"/>
                  <a:pt x="214" y="4085"/>
                </a:cubicBezTo>
                <a:cubicBezTo>
                  <a:pt x="234" y="4092"/>
                  <a:pt x="234" y="4105"/>
                  <a:pt x="240" y="4118"/>
                </a:cubicBezTo>
                <a:cubicBezTo>
                  <a:pt x="287" y="4118"/>
                  <a:pt x="320" y="4125"/>
                  <a:pt x="360" y="4132"/>
                </a:cubicBezTo>
                <a:cubicBezTo>
                  <a:pt x="360" y="4165"/>
                  <a:pt x="354" y="4165"/>
                  <a:pt x="374" y="4185"/>
                </a:cubicBezTo>
                <a:cubicBezTo>
                  <a:pt x="347" y="4185"/>
                  <a:pt x="334" y="4191"/>
                  <a:pt x="327" y="4205"/>
                </a:cubicBezTo>
                <a:cubicBezTo>
                  <a:pt x="360" y="4225"/>
                  <a:pt x="454" y="4211"/>
                  <a:pt x="467" y="4165"/>
                </a:cubicBezTo>
                <a:cubicBezTo>
                  <a:pt x="581" y="4179"/>
                  <a:pt x="721" y="4172"/>
                  <a:pt x="834" y="4165"/>
                </a:cubicBezTo>
                <a:cubicBezTo>
                  <a:pt x="781" y="4112"/>
                  <a:pt x="721" y="4145"/>
                  <a:pt x="661" y="4145"/>
                </a:cubicBezTo>
                <a:cubicBezTo>
                  <a:pt x="667" y="4138"/>
                  <a:pt x="667" y="4118"/>
                  <a:pt x="681" y="4118"/>
                </a:cubicBezTo>
                <a:cubicBezTo>
                  <a:pt x="647" y="4072"/>
                  <a:pt x="554" y="4086"/>
                  <a:pt x="487" y="4072"/>
                </a:cubicBezTo>
                <a:cubicBezTo>
                  <a:pt x="527" y="4046"/>
                  <a:pt x="581" y="4032"/>
                  <a:pt x="594" y="3993"/>
                </a:cubicBezTo>
                <a:cubicBezTo>
                  <a:pt x="661" y="3993"/>
                  <a:pt x="674" y="3966"/>
                  <a:pt x="741" y="3980"/>
                </a:cubicBezTo>
                <a:cubicBezTo>
                  <a:pt x="748" y="3959"/>
                  <a:pt x="714" y="3953"/>
                  <a:pt x="727" y="3946"/>
                </a:cubicBezTo>
                <a:cubicBezTo>
                  <a:pt x="748" y="3953"/>
                  <a:pt x="781" y="3946"/>
                  <a:pt x="781" y="3980"/>
                </a:cubicBezTo>
                <a:cubicBezTo>
                  <a:pt x="828" y="3966"/>
                  <a:pt x="881" y="3966"/>
                  <a:pt x="934" y="3953"/>
                </a:cubicBezTo>
                <a:cubicBezTo>
                  <a:pt x="808" y="3939"/>
                  <a:pt x="647" y="3880"/>
                  <a:pt x="501" y="3860"/>
                </a:cubicBezTo>
                <a:cubicBezTo>
                  <a:pt x="454" y="3853"/>
                  <a:pt x="407" y="3867"/>
                  <a:pt x="360" y="3853"/>
                </a:cubicBezTo>
                <a:cubicBezTo>
                  <a:pt x="254" y="3821"/>
                  <a:pt x="240" y="3708"/>
                  <a:pt x="220" y="3589"/>
                </a:cubicBezTo>
                <a:cubicBezTo>
                  <a:pt x="220" y="3563"/>
                  <a:pt x="194" y="3569"/>
                  <a:pt x="200" y="3543"/>
                </a:cubicBezTo>
                <a:cubicBezTo>
                  <a:pt x="234" y="3549"/>
                  <a:pt x="254" y="3490"/>
                  <a:pt x="227" y="3477"/>
                </a:cubicBezTo>
                <a:cubicBezTo>
                  <a:pt x="240" y="3457"/>
                  <a:pt x="267" y="3444"/>
                  <a:pt x="294" y="3430"/>
                </a:cubicBezTo>
                <a:cubicBezTo>
                  <a:pt x="294" y="3417"/>
                  <a:pt x="280" y="3410"/>
                  <a:pt x="274" y="3404"/>
                </a:cubicBezTo>
                <a:cubicBezTo>
                  <a:pt x="280" y="3384"/>
                  <a:pt x="300" y="3384"/>
                  <a:pt x="300" y="3358"/>
                </a:cubicBezTo>
                <a:cubicBezTo>
                  <a:pt x="294" y="3351"/>
                  <a:pt x="280" y="3351"/>
                  <a:pt x="267" y="3344"/>
                </a:cubicBezTo>
                <a:cubicBezTo>
                  <a:pt x="267" y="3318"/>
                  <a:pt x="274" y="3291"/>
                  <a:pt x="260" y="3278"/>
                </a:cubicBezTo>
                <a:cubicBezTo>
                  <a:pt x="234" y="3278"/>
                  <a:pt x="227" y="3291"/>
                  <a:pt x="200" y="3285"/>
                </a:cubicBezTo>
                <a:cubicBezTo>
                  <a:pt x="207" y="3245"/>
                  <a:pt x="194" y="3219"/>
                  <a:pt x="140" y="3219"/>
                </a:cubicBezTo>
                <a:cubicBezTo>
                  <a:pt x="140" y="3113"/>
                  <a:pt x="0" y="3159"/>
                  <a:pt x="0" y="3080"/>
                </a:cubicBezTo>
                <a:cubicBezTo>
                  <a:pt x="0" y="3020"/>
                  <a:pt x="87" y="3000"/>
                  <a:pt x="93" y="2934"/>
                </a:cubicBezTo>
                <a:cubicBezTo>
                  <a:pt x="93" y="2934"/>
                  <a:pt x="93" y="2934"/>
                  <a:pt x="140" y="2934"/>
                </a:cubicBezTo>
                <a:cubicBezTo>
                  <a:pt x="174" y="2881"/>
                  <a:pt x="147" y="2809"/>
                  <a:pt x="187" y="2762"/>
                </a:cubicBezTo>
                <a:cubicBezTo>
                  <a:pt x="127" y="2710"/>
                  <a:pt x="154" y="2611"/>
                  <a:pt x="260" y="2657"/>
                </a:cubicBezTo>
                <a:cubicBezTo>
                  <a:pt x="274" y="2664"/>
                  <a:pt x="274" y="2684"/>
                  <a:pt x="280" y="2690"/>
                </a:cubicBezTo>
                <a:cubicBezTo>
                  <a:pt x="320" y="2704"/>
                  <a:pt x="340" y="2677"/>
                  <a:pt x="367" y="2677"/>
                </a:cubicBezTo>
                <a:cubicBezTo>
                  <a:pt x="374" y="2651"/>
                  <a:pt x="374" y="2644"/>
                  <a:pt x="380" y="2617"/>
                </a:cubicBezTo>
                <a:cubicBezTo>
                  <a:pt x="454" y="2598"/>
                  <a:pt x="467" y="2519"/>
                  <a:pt x="487" y="2446"/>
                </a:cubicBezTo>
                <a:cubicBezTo>
                  <a:pt x="420" y="2380"/>
                  <a:pt x="287" y="2466"/>
                  <a:pt x="234" y="2505"/>
                </a:cubicBezTo>
                <a:cubicBezTo>
                  <a:pt x="207" y="2466"/>
                  <a:pt x="154" y="2479"/>
                  <a:pt x="113" y="2452"/>
                </a:cubicBezTo>
                <a:cubicBezTo>
                  <a:pt x="107" y="2373"/>
                  <a:pt x="133" y="2327"/>
                  <a:pt x="174" y="2293"/>
                </a:cubicBezTo>
                <a:cubicBezTo>
                  <a:pt x="160" y="2254"/>
                  <a:pt x="100" y="2273"/>
                  <a:pt x="87" y="2293"/>
                </a:cubicBezTo>
                <a:cubicBezTo>
                  <a:pt x="127" y="2227"/>
                  <a:pt x="180" y="2121"/>
                  <a:pt x="327" y="2134"/>
                </a:cubicBezTo>
                <a:cubicBezTo>
                  <a:pt x="320" y="2161"/>
                  <a:pt x="340" y="2161"/>
                  <a:pt x="340" y="2187"/>
                </a:cubicBezTo>
                <a:cubicBezTo>
                  <a:pt x="327" y="2194"/>
                  <a:pt x="314" y="2194"/>
                  <a:pt x="307" y="2207"/>
                </a:cubicBezTo>
                <a:cubicBezTo>
                  <a:pt x="307" y="2267"/>
                  <a:pt x="367" y="2273"/>
                  <a:pt x="420" y="2280"/>
                </a:cubicBezTo>
                <a:cubicBezTo>
                  <a:pt x="420" y="2300"/>
                  <a:pt x="434" y="2307"/>
                  <a:pt x="447" y="2313"/>
                </a:cubicBezTo>
                <a:cubicBezTo>
                  <a:pt x="467" y="2313"/>
                  <a:pt x="474" y="2307"/>
                  <a:pt x="487" y="2293"/>
                </a:cubicBezTo>
                <a:cubicBezTo>
                  <a:pt x="474" y="2254"/>
                  <a:pt x="427" y="2254"/>
                  <a:pt x="387" y="2241"/>
                </a:cubicBezTo>
                <a:cubicBezTo>
                  <a:pt x="400" y="2227"/>
                  <a:pt x="414" y="2247"/>
                  <a:pt x="427" y="2227"/>
                </a:cubicBezTo>
                <a:cubicBezTo>
                  <a:pt x="420" y="2142"/>
                  <a:pt x="320" y="2142"/>
                  <a:pt x="307" y="2056"/>
                </a:cubicBezTo>
                <a:cubicBezTo>
                  <a:pt x="347" y="2049"/>
                  <a:pt x="347" y="2009"/>
                  <a:pt x="380" y="1996"/>
                </a:cubicBezTo>
                <a:cubicBezTo>
                  <a:pt x="347" y="1963"/>
                  <a:pt x="400" y="1923"/>
                  <a:pt x="360" y="1884"/>
                </a:cubicBezTo>
                <a:cubicBezTo>
                  <a:pt x="380" y="1877"/>
                  <a:pt x="387" y="1851"/>
                  <a:pt x="414" y="1851"/>
                </a:cubicBezTo>
                <a:cubicBezTo>
                  <a:pt x="420" y="1824"/>
                  <a:pt x="394" y="1831"/>
                  <a:pt x="394" y="1804"/>
                </a:cubicBezTo>
                <a:cubicBezTo>
                  <a:pt x="414" y="1784"/>
                  <a:pt x="407" y="1764"/>
                  <a:pt x="407" y="1725"/>
                </a:cubicBezTo>
                <a:cubicBezTo>
                  <a:pt x="461" y="1732"/>
                  <a:pt x="481" y="1738"/>
                  <a:pt x="541" y="1732"/>
                </a:cubicBezTo>
                <a:cubicBezTo>
                  <a:pt x="554" y="1718"/>
                  <a:pt x="534" y="1718"/>
                  <a:pt x="541" y="1698"/>
                </a:cubicBezTo>
                <a:cubicBezTo>
                  <a:pt x="561" y="1698"/>
                  <a:pt x="574" y="1685"/>
                  <a:pt x="594" y="1678"/>
                </a:cubicBezTo>
                <a:cubicBezTo>
                  <a:pt x="567" y="1638"/>
                  <a:pt x="521" y="1619"/>
                  <a:pt x="481" y="1599"/>
                </a:cubicBezTo>
                <a:cubicBezTo>
                  <a:pt x="494" y="1566"/>
                  <a:pt x="461" y="1553"/>
                  <a:pt x="434" y="1546"/>
                </a:cubicBezTo>
                <a:cubicBezTo>
                  <a:pt x="434" y="1526"/>
                  <a:pt x="447" y="1513"/>
                  <a:pt x="420" y="1513"/>
                </a:cubicBezTo>
                <a:cubicBezTo>
                  <a:pt x="427" y="1499"/>
                  <a:pt x="447" y="1499"/>
                  <a:pt x="461" y="1493"/>
                </a:cubicBezTo>
                <a:cubicBezTo>
                  <a:pt x="461" y="1479"/>
                  <a:pt x="440" y="1479"/>
                  <a:pt x="447" y="1459"/>
                </a:cubicBezTo>
                <a:cubicBezTo>
                  <a:pt x="461" y="1459"/>
                  <a:pt x="461" y="1466"/>
                  <a:pt x="474" y="1466"/>
                </a:cubicBezTo>
                <a:cubicBezTo>
                  <a:pt x="474" y="1446"/>
                  <a:pt x="481" y="1432"/>
                  <a:pt x="461" y="1432"/>
                </a:cubicBezTo>
                <a:cubicBezTo>
                  <a:pt x="481" y="1412"/>
                  <a:pt x="507" y="1432"/>
                  <a:pt x="534" y="1419"/>
                </a:cubicBezTo>
                <a:cubicBezTo>
                  <a:pt x="521" y="1386"/>
                  <a:pt x="461" y="1406"/>
                  <a:pt x="434" y="1386"/>
                </a:cubicBezTo>
                <a:cubicBezTo>
                  <a:pt x="467" y="1379"/>
                  <a:pt x="447" y="1352"/>
                  <a:pt x="487" y="1359"/>
                </a:cubicBezTo>
                <a:cubicBezTo>
                  <a:pt x="527" y="1266"/>
                  <a:pt x="647" y="1352"/>
                  <a:pt x="734" y="1339"/>
                </a:cubicBezTo>
                <a:cubicBezTo>
                  <a:pt x="727" y="1332"/>
                  <a:pt x="714" y="1326"/>
                  <a:pt x="714" y="1306"/>
                </a:cubicBezTo>
                <a:cubicBezTo>
                  <a:pt x="687" y="1306"/>
                  <a:pt x="667" y="1286"/>
                  <a:pt x="627" y="1286"/>
                </a:cubicBezTo>
                <a:cubicBezTo>
                  <a:pt x="641" y="1266"/>
                  <a:pt x="661" y="1292"/>
                  <a:pt x="681" y="1292"/>
                </a:cubicBezTo>
                <a:cubicBezTo>
                  <a:pt x="694" y="1279"/>
                  <a:pt x="674" y="1259"/>
                  <a:pt x="647" y="1266"/>
                </a:cubicBezTo>
                <a:cubicBezTo>
                  <a:pt x="641" y="1246"/>
                  <a:pt x="661" y="1252"/>
                  <a:pt x="674" y="1252"/>
                </a:cubicBezTo>
                <a:cubicBezTo>
                  <a:pt x="667" y="1246"/>
                  <a:pt x="647" y="1246"/>
                  <a:pt x="641" y="1239"/>
                </a:cubicBezTo>
                <a:cubicBezTo>
                  <a:pt x="614" y="1246"/>
                  <a:pt x="661" y="1259"/>
                  <a:pt x="641" y="1259"/>
                </a:cubicBezTo>
                <a:cubicBezTo>
                  <a:pt x="601" y="1272"/>
                  <a:pt x="621" y="1220"/>
                  <a:pt x="594" y="1220"/>
                </a:cubicBezTo>
                <a:cubicBezTo>
                  <a:pt x="667" y="1213"/>
                  <a:pt x="761" y="1292"/>
                  <a:pt x="808" y="1226"/>
                </a:cubicBezTo>
                <a:cubicBezTo>
                  <a:pt x="821" y="1226"/>
                  <a:pt x="828" y="1240"/>
                  <a:pt x="841" y="1240"/>
                </a:cubicBezTo>
                <a:cubicBezTo>
                  <a:pt x="801" y="1259"/>
                  <a:pt x="854" y="1266"/>
                  <a:pt x="828" y="1286"/>
                </a:cubicBezTo>
                <a:cubicBezTo>
                  <a:pt x="828" y="1306"/>
                  <a:pt x="868" y="1299"/>
                  <a:pt x="874" y="1292"/>
                </a:cubicBezTo>
                <a:cubicBezTo>
                  <a:pt x="881" y="1279"/>
                  <a:pt x="874" y="1279"/>
                  <a:pt x="868" y="1279"/>
                </a:cubicBezTo>
                <a:cubicBezTo>
                  <a:pt x="901" y="1266"/>
                  <a:pt x="874" y="1318"/>
                  <a:pt x="914" y="1325"/>
                </a:cubicBezTo>
                <a:cubicBezTo>
                  <a:pt x="888" y="1325"/>
                  <a:pt x="861" y="1325"/>
                  <a:pt x="868" y="1352"/>
                </a:cubicBezTo>
                <a:cubicBezTo>
                  <a:pt x="874" y="1365"/>
                  <a:pt x="908" y="1352"/>
                  <a:pt x="914" y="1365"/>
                </a:cubicBezTo>
                <a:cubicBezTo>
                  <a:pt x="874" y="1418"/>
                  <a:pt x="854" y="1312"/>
                  <a:pt x="794" y="1312"/>
                </a:cubicBezTo>
                <a:cubicBezTo>
                  <a:pt x="774" y="1325"/>
                  <a:pt x="808" y="1338"/>
                  <a:pt x="801" y="1352"/>
                </a:cubicBezTo>
                <a:cubicBezTo>
                  <a:pt x="781" y="1352"/>
                  <a:pt x="781" y="1365"/>
                  <a:pt x="761" y="1358"/>
                </a:cubicBezTo>
                <a:cubicBezTo>
                  <a:pt x="774" y="1385"/>
                  <a:pt x="828" y="1378"/>
                  <a:pt x="868" y="1385"/>
                </a:cubicBezTo>
                <a:cubicBezTo>
                  <a:pt x="888" y="1425"/>
                  <a:pt x="934" y="1451"/>
                  <a:pt x="994" y="1465"/>
                </a:cubicBezTo>
                <a:cubicBezTo>
                  <a:pt x="1001" y="1438"/>
                  <a:pt x="1008" y="1445"/>
                  <a:pt x="1021" y="1431"/>
                </a:cubicBezTo>
                <a:cubicBezTo>
                  <a:pt x="994" y="1398"/>
                  <a:pt x="1021" y="1412"/>
                  <a:pt x="1008" y="1385"/>
                </a:cubicBezTo>
                <a:cubicBezTo>
                  <a:pt x="1095" y="1412"/>
                  <a:pt x="1208" y="1445"/>
                  <a:pt x="1321" y="1419"/>
                </a:cubicBezTo>
                <a:cubicBezTo>
                  <a:pt x="1295" y="1385"/>
                  <a:pt x="1195" y="1405"/>
                  <a:pt x="1201" y="1339"/>
                </a:cubicBezTo>
                <a:cubicBezTo>
                  <a:pt x="1201" y="1326"/>
                  <a:pt x="1208" y="1326"/>
                  <a:pt x="1221" y="1326"/>
                </a:cubicBezTo>
                <a:cubicBezTo>
                  <a:pt x="1215" y="1319"/>
                  <a:pt x="1208" y="1319"/>
                  <a:pt x="1201" y="1312"/>
                </a:cubicBezTo>
                <a:cubicBezTo>
                  <a:pt x="1241" y="1299"/>
                  <a:pt x="1295" y="1292"/>
                  <a:pt x="1321" y="1326"/>
                </a:cubicBezTo>
                <a:cubicBezTo>
                  <a:pt x="1355" y="1293"/>
                  <a:pt x="1428" y="1332"/>
                  <a:pt x="1442" y="1286"/>
                </a:cubicBezTo>
                <a:cubicBezTo>
                  <a:pt x="1395" y="1246"/>
                  <a:pt x="1342" y="1280"/>
                  <a:pt x="1301" y="1253"/>
                </a:cubicBezTo>
                <a:cubicBezTo>
                  <a:pt x="1295" y="1253"/>
                  <a:pt x="1295" y="1266"/>
                  <a:pt x="1295" y="1273"/>
                </a:cubicBezTo>
                <a:cubicBezTo>
                  <a:pt x="1255" y="1273"/>
                  <a:pt x="1208" y="1266"/>
                  <a:pt x="1215" y="1220"/>
                </a:cubicBezTo>
                <a:cubicBezTo>
                  <a:pt x="1208" y="1207"/>
                  <a:pt x="1175" y="1220"/>
                  <a:pt x="1168" y="1207"/>
                </a:cubicBezTo>
                <a:cubicBezTo>
                  <a:pt x="1168" y="1187"/>
                  <a:pt x="1188" y="1207"/>
                  <a:pt x="1188" y="1173"/>
                </a:cubicBezTo>
                <a:cubicBezTo>
                  <a:pt x="1155" y="1154"/>
                  <a:pt x="1168" y="1193"/>
                  <a:pt x="1148" y="1207"/>
                </a:cubicBezTo>
                <a:cubicBezTo>
                  <a:pt x="1128" y="1207"/>
                  <a:pt x="1135" y="1187"/>
                  <a:pt x="1115" y="1193"/>
                </a:cubicBezTo>
                <a:cubicBezTo>
                  <a:pt x="1101" y="1193"/>
                  <a:pt x="1101" y="1207"/>
                  <a:pt x="1101" y="1227"/>
                </a:cubicBezTo>
                <a:cubicBezTo>
                  <a:pt x="1068" y="1227"/>
                  <a:pt x="1081" y="1187"/>
                  <a:pt x="1041" y="1193"/>
                </a:cubicBezTo>
                <a:cubicBezTo>
                  <a:pt x="1068" y="1153"/>
                  <a:pt x="1121" y="1193"/>
                  <a:pt x="1161" y="1173"/>
                </a:cubicBezTo>
                <a:cubicBezTo>
                  <a:pt x="1155" y="1154"/>
                  <a:pt x="1148" y="1134"/>
                  <a:pt x="1121" y="1134"/>
                </a:cubicBezTo>
                <a:cubicBezTo>
                  <a:pt x="1141" y="1114"/>
                  <a:pt x="1168" y="1134"/>
                  <a:pt x="1188" y="1141"/>
                </a:cubicBezTo>
                <a:cubicBezTo>
                  <a:pt x="1188" y="1147"/>
                  <a:pt x="1175" y="1141"/>
                  <a:pt x="1175" y="1147"/>
                </a:cubicBezTo>
                <a:cubicBezTo>
                  <a:pt x="1188" y="1161"/>
                  <a:pt x="1195" y="1154"/>
                  <a:pt x="1215" y="1161"/>
                </a:cubicBezTo>
                <a:cubicBezTo>
                  <a:pt x="1221" y="1141"/>
                  <a:pt x="1188" y="1161"/>
                  <a:pt x="1195" y="1141"/>
                </a:cubicBezTo>
                <a:cubicBezTo>
                  <a:pt x="1221" y="1141"/>
                  <a:pt x="1241" y="1147"/>
                  <a:pt x="1241" y="1161"/>
                </a:cubicBezTo>
                <a:cubicBezTo>
                  <a:pt x="1241" y="1187"/>
                  <a:pt x="1228" y="1161"/>
                  <a:pt x="1215" y="1167"/>
                </a:cubicBezTo>
                <a:cubicBezTo>
                  <a:pt x="1221" y="1207"/>
                  <a:pt x="1255" y="1213"/>
                  <a:pt x="1268" y="1233"/>
                </a:cubicBezTo>
                <a:cubicBezTo>
                  <a:pt x="1288" y="1233"/>
                  <a:pt x="1315" y="1207"/>
                  <a:pt x="1308" y="1200"/>
                </a:cubicBezTo>
                <a:cubicBezTo>
                  <a:pt x="1348" y="1200"/>
                  <a:pt x="1388" y="1180"/>
                  <a:pt x="1395" y="1134"/>
                </a:cubicBezTo>
                <a:cubicBezTo>
                  <a:pt x="1435" y="1134"/>
                  <a:pt x="1455" y="1134"/>
                  <a:pt x="1482" y="1121"/>
                </a:cubicBezTo>
                <a:cubicBezTo>
                  <a:pt x="1482" y="1114"/>
                  <a:pt x="1488" y="1101"/>
                  <a:pt x="1475" y="1101"/>
                </a:cubicBezTo>
                <a:cubicBezTo>
                  <a:pt x="1608" y="1081"/>
                  <a:pt x="1729" y="1153"/>
                  <a:pt x="1849" y="1094"/>
                </a:cubicBezTo>
                <a:cubicBezTo>
                  <a:pt x="1855" y="1074"/>
                  <a:pt x="1829" y="1087"/>
                  <a:pt x="1835" y="1067"/>
                </a:cubicBezTo>
                <a:cubicBezTo>
                  <a:pt x="1855" y="1041"/>
                  <a:pt x="1922" y="1093"/>
                  <a:pt x="1929" y="1047"/>
                </a:cubicBezTo>
                <a:cubicBezTo>
                  <a:pt x="2022" y="1073"/>
                  <a:pt x="2122" y="1041"/>
                  <a:pt x="2202" y="1014"/>
                </a:cubicBezTo>
                <a:cubicBezTo>
                  <a:pt x="2202" y="994"/>
                  <a:pt x="2182" y="1000"/>
                  <a:pt x="2169" y="987"/>
                </a:cubicBezTo>
                <a:cubicBezTo>
                  <a:pt x="2169" y="961"/>
                  <a:pt x="2176" y="961"/>
                  <a:pt x="2162" y="941"/>
                </a:cubicBezTo>
                <a:cubicBezTo>
                  <a:pt x="2176" y="934"/>
                  <a:pt x="2196" y="934"/>
                  <a:pt x="2202" y="914"/>
                </a:cubicBezTo>
                <a:cubicBezTo>
                  <a:pt x="2176" y="894"/>
                  <a:pt x="2129" y="894"/>
                  <a:pt x="2109" y="921"/>
                </a:cubicBezTo>
                <a:cubicBezTo>
                  <a:pt x="2109" y="941"/>
                  <a:pt x="2129" y="941"/>
                  <a:pt x="2136" y="954"/>
                </a:cubicBezTo>
                <a:cubicBezTo>
                  <a:pt x="2122" y="961"/>
                  <a:pt x="2096" y="974"/>
                  <a:pt x="2109" y="981"/>
                </a:cubicBezTo>
                <a:cubicBezTo>
                  <a:pt x="2109" y="1008"/>
                  <a:pt x="2082" y="968"/>
                  <a:pt x="2082" y="988"/>
                </a:cubicBezTo>
                <a:cubicBezTo>
                  <a:pt x="2069" y="982"/>
                  <a:pt x="2096" y="962"/>
                  <a:pt x="2069" y="948"/>
                </a:cubicBezTo>
                <a:cubicBezTo>
                  <a:pt x="2082" y="922"/>
                  <a:pt x="2089" y="922"/>
                  <a:pt x="2082" y="882"/>
                </a:cubicBezTo>
                <a:cubicBezTo>
                  <a:pt x="2122" y="902"/>
                  <a:pt x="2182" y="876"/>
                  <a:pt x="2202" y="902"/>
                </a:cubicBezTo>
                <a:cubicBezTo>
                  <a:pt x="2283" y="863"/>
                  <a:pt x="2343" y="916"/>
                  <a:pt x="2423" y="902"/>
                </a:cubicBezTo>
                <a:cubicBezTo>
                  <a:pt x="2436" y="896"/>
                  <a:pt x="2436" y="916"/>
                  <a:pt x="2449" y="916"/>
                </a:cubicBezTo>
                <a:cubicBezTo>
                  <a:pt x="2483" y="889"/>
                  <a:pt x="2496" y="909"/>
                  <a:pt x="2536" y="902"/>
                </a:cubicBezTo>
                <a:cubicBezTo>
                  <a:pt x="2543" y="936"/>
                  <a:pt x="2503" y="922"/>
                  <a:pt x="2496" y="936"/>
                </a:cubicBezTo>
                <a:cubicBezTo>
                  <a:pt x="2523" y="956"/>
                  <a:pt x="2543" y="936"/>
                  <a:pt x="2576" y="949"/>
                </a:cubicBezTo>
                <a:cubicBezTo>
                  <a:pt x="2583" y="942"/>
                  <a:pt x="2583" y="929"/>
                  <a:pt x="2590" y="916"/>
                </a:cubicBezTo>
                <a:cubicBezTo>
                  <a:pt x="2610" y="922"/>
                  <a:pt x="2636" y="929"/>
                  <a:pt x="2670" y="922"/>
                </a:cubicBezTo>
                <a:cubicBezTo>
                  <a:pt x="2656" y="936"/>
                  <a:pt x="2636" y="936"/>
                  <a:pt x="2616" y="936"/>
                </a:cubicBezTo>
                <a:cubicBezTo>
                  <a:pt x="2696" y="956"/>
                  <a:pt x="2756" y="962"/>
                  <a:pt x="2837" y="942"/>
                </a:cubicBezTo>
                <a:cubicBezTo>
                  <a:pt x="2883" y="962"/>
                  <a:pt x="2977" y="936"/>
                  <a:pt x="2990" y="1002"/>
                </a:cubicBezTo>
                <a:cubicBezTo>
                  <a:pt x="3010" y="1002"/>
                  <a:pt x="3003" y="982"/>
                  <a:pt x="3030" y="988"/>
                </a:cubicBezTo>
                <a:cubicBezTo>
                  <a:pt x="3030" y="975"/>
                  <a:pt x="3003" y="988"/>
                  <a:pt x="3010" y="968"/>
                </a:cubicBezTo>
                <a:cubicBezTo>
                  <a:pt x="3070" y="955"/>
                  <a:pt x="3130" y="982"/>
                  <a:pt x="3130" y="1034"/>
                </a:cubicBezTo>
                <a:cubicBezTo>
                  <a:pt x="3164" y="1034"/>
                  <a:pt x="3170" y="1014"/>
                  <a:pt x="3210" y="1028"/>
                </a:cubicBezTo>
                <a:cubicBezTo>
                  <a:pt x="3217" y="982"/>
                  <a:pt x="3150" y="1008"/>
                  <a:pt x="3150" y="975"/>
                </a:cubicBezTo>
                <a:cubicBezTo>
                  <a:pt x="3177" y="948"/>
                  <a:pt x="3217" y="1001"/>
                  <a:pt x="3217" y="955"/>
                </a:cubicBezTo>
                <a:cubicBezTo>
                  <a:pt x="3264" y="962"/>
                  <a:pt x="3224" y="1028"/>
                  <a:pt x="3270" y="1034"/>
                </a:cubicBezTo>
                <a:cubicBezTo>
                  <a:pt x="3277" y="1028"/>
                  <a:pt x="3264" y="995"/>
                  <a:pt x="3277" y="982"/>
                </a:cubicBezTo>
                <a:cubicBezTo>
                  <a:pt x="3337" y="975"/>
                  <a:pt x="3404" y="1002"/>
                  <a:pt x="3444" y="988"/>
                </a:cubicBezTo>
                <a:cubicBezTo>
                  <a:pt x="3424" y="982"/>
                  <a:pt x="3437" y="962"/>
                  <a:pt x="3411" y="955"/>
                </a:cubicBezTo>
                <a:cubicBezTo>
                  <a:pt x="3411" y="942"/>
                  <a:pt x="3437" y="948"/>
                  <a:pt x="3451" y="948"/>
                </a:cubicBezTo>
                <a:cubicBezTo>
                  <a:pt x="3457" y="974"/>
                  <a:pt x="3464" y="994"/>
                  <a:pt x="3511" y="988"/>
                </a:cubicBezTo>
                <a:cubicBezTo>
                  <a:pt x="3511" y="1014"/>
                  <a:pt x="3491" y="1014"/>
                  <a:pt x="3484" y="1027"/>
                </a:cubicBezTo>
                <a:cubicBezTo>
                  <a:pt x="3504" y="1047"/>
                  <a:pt x="3571" y="1047"/>
                  <a:pt x="3597" y="1047"/>
                </a:cubicBezTo>
                <a:cubicBezTo>
                  <a:pt x="3591" y="1028"/>
                  <a:pt x="3571" y="1014"/>
                  <a:pt x="3551" y="1001"/>
                </a:cubicBezTo>
                <a:cubicBezTo>
                  <a:pt x="3544" y="981"/>
                  <a:pt x="3564" y="988"/>
                  <a:pt x="3557" y="968"/>
                </a:cubicBezTo>
                <a:cubicBezTo>
                  <a:pt x="3604" y="961"/>
                  <a:pt x="3611" y="1000"/>
                  <a:pt x="3651" y="1007"/>
                </a:cubicBezTo>
                <a:cubicBezTo>
                  <a:pt x="3617" y="1053"/>
                  <a:pt x="3724" y="1060"/>
                  <a:pt x="3764" y="1053"/>
                </a:cubicBezTo>
                <a:cubicBezTo>
                  <a:pt x="3771" y="1033"/>
                  <a:pt x="3744" y="1047"/>
                  <a:pt x="3744" y="1033"/>
                </a:cubicBezTo>
                <a:cubicBezTo>
                  <a:pt x="3764" y="1000"/>
                  <a:pt x="3811" y="1027"/>
                  <a:pt x="3824" y="1053"/>
                </a:cubicBezTo>
                <a:cubicBezTo>
                  <a:pt x="3864" y="1033"/>
                  <a:pt x="3911" y="1020"/>
                  <a:pt x="3911" y="1053"/>
                </a:cubicBezTo>
                <a:cubicBezTo>
                  <a:pt x="3938" y="1053"/>
                  <a:pt x="3944" y="1047"/>
                  <a:pt x="3964" y="1040"/>
                </a:cubicBezTo>
                <a:cubicBezTo>
                  <a:pt x="3978" y="1067"/>
                  <a:pt x="4065" y="1093"/>
                  <a:pt x="4078" y="1047"/>
                </a:cubicBezTo>
                <a:cubicBezTo>
                  <a:pt x="4111" y="1060"/>
                  <a:pt x="4158" y="1087"/>
                  <a:pt x="4205" y="1067"/>
                </a:cubicBezTo>
                <a:cubicBezTo>
                  <a:pt x="4225" y="1067"/>
                  <a:pt x="4198" y="1060"/>
                  <a:pt x="4205" y="1047"/>
                </a:cubicBezTo>
                <a:cubicBezTo>
                  <a:pt x="4218" y="1040"/>
                  <a:pt x="4231" y="1047"/>
                  <a:pt x="4258" y="1040"/>
                </a:cubicBezTo>
                <a:cubicBezTo>
                  <a:pt x="4251" y="1073"/>
                  <a:pt x="4298" y="1066"/>
                  <a:pt x="4298" y="1093"/>
                </a:cubicBezTo>
                <a:cubicBezTo>
                  <a:pt x="4372" y="1053"/>
                  <a:pt x="4478" y="1099"/>
                  <a:pt x="4532" y="1093"/>
                </a:cubicBezTo>
                <a:cubicBezTo>
                  <a:pt x="4532" y="1106"/>
                  <a:pt x="4512" y="1099"/>
                  <a:pt x="4512" y="1113"/>
                </a:cubicBezTo>
                <a:cubicBezTo>
                  <a:pt x="4552" y="1119"/>
                  <a:pt x="4538" y="1067"/>
                  <a:pt x="4579" y="1073"/>
                </a:cubicBezTo>
                <a:cubicBezTo>
                  <a:pt x="4605" y="1073"/>
                  <a:pt x="4572" y="1093"/>
                  <a:pt x="4585" y="1100"/>
                </a:cubicBezTo>
                <a:cubicBezTo>
                  <a:pt x="4632" y="1100"/>
                  <a:pt x="4652" y="1120"/>
                  <a:pt x="4685" y="1127"/>
                </a:cubicBezTo>
                <a:cubicBezTo>
                  <a:pt x="4705" y="1127"/>
                  <a:pt x="4712" y="1107"/>
                  <a:pt x="4725" y="1093"/>
                </a:cubicBezTo>
                <a:cubicBezTo>
                  <a:pt x="4745" y="1093"/>
                  <a:pt x="4759" y="1093"/>
                  <a:pt x="4772" y="1100"/>
                </a:cubicBezTo>
                <a:cubicBezTo>
                  <a:pt x="4779" y="1119"/>
                  <a:pt x="4779" y="1119"/>
                  <a:pt x="4772" y="1139"/>
                </a:cubicBezTo>
                <a:cubicBezTo>
                  <a:pt x="4819" y="1153"/>
                  <a:pt x="4879" y="1133"/>
                  <a:pt x="4932" y="1139"/>
                </a:cubicBezTo>
                <a:cubicBezTo>
                  <a:pt x="4939" y="1133"/>
                  <a:pt x="4939" y="1126"/>
                  <a:pt x="4939" y="1119"/>
                </a:cubicBezTo>
                <a:cubicBezTo>
                  <a:pt x="5012" y="1146"/>
                  <a:pt x="5126" y="1113"/>
                  <a:pt x="5239" y="1133"/>
                </a:cubicBezTo>
                <a:cubicBezTo>
                  <a:pt x="5233" y="1139"/>
                  <a:pt x="5213" y="1139"/>
                  <a:pt x="5199" y="1146"/>
                </a:cubicBezTo>
                <a:cubicBezTo>
                  <a:pt x="5233" y="1153"/>
                  <a:pt x="5266" y="1153"/>
                  <a:pt x="5286" y="1139"/>
                </a:cubicBezTo>
                <a:cubicBezTo>
                  <a:pt x="5306" y="1133"/>
                  <a:pt x="5299" y="1159"/>
                  <a:pt x="5313" y="1159"/>
                </a:cubicBezTo>
                <a:cubicBezTo>
                  <a:pt x="5339" y="1153"/>
                  <a:pt x="5366" y="1133"/>
                  <a:pt x="5399" y="1146"/>
                </a:cubicBezTo>
                <a:cubicBezTo>
                  <a:pt x="5413" y="1140"/>
                  <a:pt x="5379" y="1113"/>
                  <a:pt x="5399" y="1107"/>
                </a:cubicBezTo>
                <a:cubicBezTo>
                  <a:pt x="5426" y="1107"/>
                  <a:pt x="5393" y="1133"/>
                  <a:pt x="5413" y="1140"/>
                </a:cubicBezTo>
                <a:cubicBezTo>
                  <a:pt x="5426" y="1147"/>
                  <a:pt x="5439" y="1133"/>
                  <a:pt x="5460" y="1133"/>
                </a:cubicBezTo>
                <a:cubicBezTo>
                  <a:pt x="5473" y="1180"/>
                  <a:pt x="5526" y="1140"/>
                  <a:pt x="5566" y="1153"/>
                </a:cubicBezTo>
                <a:cubicBezTo>
                  <a:pt x="5566" y="1140"/>
                  <a:pt x="5553" y="1133"/>
                  <a:pt x="5533" y="1127"/>
                </a:cubicBezTo>
                <a:cubicBezTo>
                  <a:pt x="5540" y="1107"/>
                  <a:pt x="5593" y="1107"/>
                  <a:pt x="5606" y="1133"/>
                </a:cubicBezTo>
                <a:cubicBezTo>
                  <a:pt x="5626" y="1121"/>
                  <a:pt x="5600" y="1094"/>
                  <a:pt x="5586" y="1094"/>
                </a:cubicBezTo>
                <a:cubicBezTo>
                  <a:pt x="5593" y="1087"/>
                  <a:pt x="5606" y="1087"/>
                  <a:pt x="5613" y="1074"/>
                </a:cubicBezTo>
                <a:cubicBezTo>
                  <a:pt x="5553" y="1001"/>
                  <a:pt x="5453" y="1074"/>
                  <a:pt x="5393" y="1014"/>
                </a:cubicBezTo>
                <a:cubicBezTo>
                  <a:pt x="5353" y="1041"/>
                  <a:pt x="5299" y="1021"/>
                  <a:pt x="5246" y="1014"/>
                </a:cubicBezTo>
                <a:cubicBezTo>
                  <a:pt x="5226" y="1054"/>
                  <a:pt x="5193" y="988"/>
                  <a:pt x="5132" y="1001"/>
                </a:cubicBezTo>
                <a:cubicBezTo>
                  <a:pt x="5159" y="975"/>
                  <a:pt x="5206" y="975"/>
                  <a:pt x="5219" y="955"/>
                </a:cubicBezTo>
                <a:cubicBezTo>
                  <a:pt x="5286" y="1008"/>
                  <a:pt x="5373" y="994"/>
                  <a:pt x="5466" y="994"/>
                </a:cubicBezTo>
                <a:cubicBezTo>
                  <a:pt x="5466" y="975"/>
                  <a:pt x="5439" y="975"/>
                  <a:pt x="5439" y="955"/>
                </a:cubicBezTo>
                <a:cubicBezTo>
                  <a:pt x="5439" y="935"/>
                  <a:pt x="5466" y="942"/>
                  <a:pt x="5480" y="928"/>
                </a:cubicBezTo>
                <a:cubicBezTo>
                  <a:pt x="5413" y="908"/>
                  <a:pt x="5279" y="948"/>
                  <a:pt x="5246" y="902"/>
                </a:cubicBezTo>
                <a:cubicBezTo>
                  <a:pt x="5246" y="888"/>
                  <a:pt x="5246" y="882"/>
                  <a:pt x="5259" y="882"/>
                </a:cubicBezTo>
                <a:cubicBezTo>
                  <a:pt x="5259" y="862"/>
                  <a:pt x="5246" y="862"/>
                  <a:pt x="5246" y="842"/>
                </a:cubicBezTo>
                <a:cubicBezTo>
                  <a:pt x="5213" y="855"/>
                  <a:pt x="5179" y="849"/>
                  <a:pt x="5152" y="835"/>
                </a:cubicBezTo>
                <a:cubicBezTo>
                  <a:pt x="5152" y="829"/>
                  <a:pt x="5146" y="829"/>
                  <a:pt x="5146" y="822"/>
                </a:cubicBezTo>
                <a:cubicBezTo>
                  <a:pt x="5152" y="769"/>
                  <a:pt x="5226" y="782"/>
                  <a:pt x="5259" y="802"/>
                </a:cubicBezTo>
                <a:cubicBezTo>
                  <a:pt x="5253" y="829"/>
                  <a:pt x="5259" y="842"/>
                  <a:pt x="5286" y="835"/>
                </a:cubicBezTo>
                <a:cubicBezTo>
                  <a:pt x="5299" y="795"/>
                  <a:pt x="5333" y="776"/>
                  <a:pt x="5359" y="749"/>
                </a:cubicBezTo>
                <a:cubicBezTo>
                  <a:pt x="5339" y="710"/>
                  <a:pt x="5279" y="703"/>
                  <a:pt x="5219" y="697"/>
                </a:cubicBezTo>
                <a:cubicBezTo>
                  <a:pt x="5219" y="677"/>
                  <a:pt x="5219" y="657"/>
                  <a:pt x="5246" y="657"/>
                </a:cubicBezTo>
                <a:cubicBezTo>
                  <a:pt x="5233" y="624"/>
                  <a:pt x="5186" y="664"/>
                  <a:pt x="5179" y="630"/>
                </a:cubicBezTo>
                <a:cubicBezTo>
                  <a:pt x="5193" y="598"/>
                  <a:pt x="5213" y="571"/>
                  <a:pt x="5259" y="571"/>
                </a:cubicBezTo>
                <a:cubicBezTo>
                  <a:pt x="5266" y="584"/>
                  <a:pt x="5266" y="597"/>
                  <a:pt x="5273" y="610"/>
                </a:cubicBezTo>
                <a:cubicBezTo>
                  <a:pt x="5304" y="592"/>
                  <a:pt x="5318" y="626"/>
                  <a:pt x="5341" y="613"/>
                </a:cubicBezTo>
                <a:lnTo>
                  <a:pt x="5344" y="611"/>
                </a:lnTo>
                <a:lnTo>
                  <a:pt x="5345" y="614"/>
                </a:lnTo>
                <a:lnTo>
                  <a:pt x="5350" y="614"/>
                </a:lnTo>
                <a:lnTo>
                  <a:pt x="5353" y="618"/>
                </a:lnTo>
                <a:cubicBezTo>
                  <a:pt x="5370" y="634"/>
                  <a:pt x="5384" y="650"/>
                  <a:pt x="5413" y="650"/>
                </a:cubicBezTo>
                <a:cubicBezTo>
                  <a:pt x="5446" y="616"/>
                  <a:pt x="5466" y="584"/>
                  <a:pt x="5520" y="570"/>
                </a:cubicBezTo>
                <a:cubicBezTo>
                  <a:pt x="5513" y="557"/>
                  <a:pt x="5500" y="544"/>
                  <a:pt x="5480" y="544"/>
                </a:cubicBezTo>
                <a:cubicBezTo>
                  <a:pt x="5526" y="530"/>
                  <a:pt x="5580" y="524"/>
                  <a:pt x="5640" y="530"/>
                </a:cubicBezTo>
                <a:cubicBezTo>
                  <a:pt x="5646" y="577"/>
                  <a:pt x="5660" y="610"/>
                  <a:pt x="5693" y="630"/>
                </a:cubicBezTo>
                <a:cubicBezTo>
                  <a:pt x="5726" y="596"/>
                  <a:pt x="5807" y="636"/>
                  <a:pt x="5867" y="630"/>
                </a:cubicBezTo>
                <a:cubicBezTo>
                  <a:pt x="5847" y="590"/>
                  <a:pt x="5773" y="604"/>
                  <a:pt x="5740" y="577"/>
                </a:cubicBezTo>
                <a:cubicBezTo>
                  <a:pt x="5800" y="524"/>
                  <a:pt x="5913" y="544"/>
                  <a:pt x="5993" y="538"/>
                </a:cubicBezTo>
                <a:cubicBezTo>
                  <a:pt x="6007" y="525"/>
                  <a:pt x="5987" y="505"/>
                  <a:pt x="5967" y="498"/>
                </a:cubicBezTo>
                <a:cubicBezTo>
                  <a:pt x="5993" y="485"/>
                  <a:pt x="6047" y="498"/>
                  <a:pt x="6033" y="538"/>
                </a:cubicBezTo>
                <a:cubicBezTo>
                  <a:pt x="6060" y="531"/>
                  <a:pt x="6087" y="531"/>
                  <a:pt x="6114" y="544"/>
                </a:cubicBezTo>
                <a:cubicBezTo>
                  <a:pt x="6134" y="544"/>
                  <a:pt x="6134" y="538"/>
                  <a:pt x="6134" y="518"/>
                </a:cubicBezTo>
                <a:cubicBezTo>
                  <a:pt x="6260" y="498"/>
                  <a:pt x="6467" y="544"/>
                  <a:pt x="6514" y="438"/>
                </a:cubicBezTo>
                <a:cubicBezTo>
                  <a:pt x="6534" y="445"/>
                  <a:pt x="6547" y="451"/>
                  <a:pt x="6567" y="451"/>
                </a:cubicBezTo>
                <a:cubicBezTo>
                  <a:pt x="6601" y="524"/>
                  <a:pt x="6734" y="471"/>
                  <a:pt x="6808" y="471"/>
                </a:cubicBezTo>
                <a:cubicBezTo>
                  <a:pt x="6794" y="458"/>
                  <a:pt x="6768" y="465"/>
                  <a:pt x="6761" y="451"/>
                </a:cubicBezTo>
                <a:cubicBezTo>
                  <a:pt x="6770" y="431"/>
                  <a:pt x="6785" y="423"/>
                  <a:pt x="6801" y="423"/>
                </a:cubicBezTo>
                <a:close/>
                <a:moveTo>
                  <a:pt x="3051" y="405"/>
                </a:moveTo>
                <a:lnTo>
                  <a:pt x="3048" y="409"/>
                </a:lnTo>
                <a:cubicBezTo>
                  <a:pt x="3049" y="408"/>
                  <a:pt x="3049" y="407"/>
                  <a:pt x="3050" y="406"/>
                </a:cubicBezTo>
                <a:lnTo>
                  <a:pt x="3051" y="405"/>
                </a:lnTo>
                <a:close/>
                <a:moveTo>
                  <a:pt x="3255" y="382"/>
                </a:moveTo>
                <a:cubicBezTo>
                  <a:pt x="3242" y="389"/>
                  <a:pt x="3249" y="416"/>
                  <a:pt x="3269" y="416"/>
                </a:cubicBezTo>
                <a:cubicBezTo>
                  <a:pt x="3269" y="402"/>
                  <a:pt x="3275" y="396"/>
                  <a:pt x="3275" y="389"/>
                </a:cubicBezTo>
                <a:cubicBezTo>
                  <a:pt x="3269" y="389"/>
                  <a:pt x="3262" y="382"/>
                  <a:pt x="3255" y="382"/>
                </a:cubicBezTo>
                <a:close/>
                <a:moveTo>
                  <a:pt x="384" y="369"/>
                </a:moveTo>
                <a:cubicBezTo>
                  <a:pt x="424" y="388"/>
                  <a:pt x="451" y="408"/>
                  <a:pt x="504" y="422"/>
                </a:cubicBezTo>
                <a:cubicBezTo>
                  <a:pt x="464" y="422"/>
                  <a:pt x="397" y="442"/>
                  <a:pt x="364" y="435"/>
                </a:cubicBezTo>
                <a:cubicBezTo>
                  <a:pt x="317" y="435"/>
                  <a:pt x="297" y="409"/>
                  <a:pt x="257" y="396"/>
                </a:cubicBezTo>
                <a:cubicBezTo>
                  <a:pt x="297" y="376"/>
                  <a:pt x="377" y="402"/>
                  <a:pt x="384" y="369"/>
                </a:cubicBezTo>
                <a:close/>
                <a:moveTo>
                  <a:pt x="3168" y="362"/>
                </a:moveTo>
                <a:cubicBezTo>
                  <a:pt x="3295" y="362"/>
                  <a:pt x="3435" y="376"/>
                  <a:pt x="3569" y="389"/>
                </a:cubicBezTo>
                <a:cubicBezTo>
                  <a:pt x="3629" y="395"/>
                  <a:pt x="3696" y="382"/>
                  <a:pt x="3716" y="428"/>
                </a:cubicBezTo>
                <a:cubicBezTo>
                  <a:pt x="3676" y="435"/>
                  <a:pt x="3649" y="428"/>
                  <a:pt x="3629" y="415"/>
                </a:cubicBezTo>
                <a:cubicBezTo>
                  <a:pt x="3602" y="415"/>
                  <a:pt x="3616" y="442"/>
                  <a:pt x="3589" y="442"/>
                </a:cubicBezTo>
                <a:cubicBezTo>
                  <a:pt x="3596" y="462"/>
                  <a:pt x="3616" y="462"/>
                  <a:pt x="3636" y="468"/>
                </a:cubicBezTo>
                <a:cubicBezTo>
                  <a:pt x="3629" y="488"/>
                  <a:pt x="3649" y="488"/>
                  <a:pt x="3642" y="502"/>
                </a:cubicBezTo>
                <a:cubicBezTo>
                  <a:pt x="3609" y="522"/>
                  <a:pt x="3596" y="515"/>
                  <a:pt x="3569" y="508"/>
                </a:cubicBezTo>
                <a:cubicBezTo>
                  <a:pt x="3556" y="468"/>
                  <a:pt x="3562" y="449"/>
                  <a:pt x="3549" y="429"/>
                </a:cubicBezTo>
                <a:cubicBezTo>
                  <a:pt x="3522" y="442"/>
                  <a:pt x="3529" y="442"/>
                  <a:pt x="3495" y="442"/>
                </a:cubicBezTo>
                <a:cubicBezTo>
                  <a:pt x="3489" y="475"/>
                  <a:pt x="3536" y="482"/>
                  <a:pt x="3549" y="508"/>
                </a:cubicBezTo>
                <a:cubicBezTo>
                  <a:pt x="3542" y="522"/>
                  <a:pt x="3549" y="528"/>
                  <a:pt x="3536" y="542"/>
                </a:cubicBezTo>
                <a:cubicBezTo>
                  <a:pt x="3429" y="515"/>
                  <a:pt x="3315" y="581"/>
                  <a:pt x="3228" y="522"/>
                </a:cubicBezTo>
                <a:cubicBezTo>
                  <a:pt x="3208" y="528"/>
                  <a:pt x="3208" y="555"/>
                  <a:pt x="3188" y="561"/>
                </a:cubicBezTo>
                <a:cubicBezTo>
                  <a:pt x="3168" y="555"/>
                  <a:pt x="3168" y="541"/>
                  <a:pt x="3175" y="528"/>
                </a:cubicBezTo>
                <a:cubicBezTo>
                  <a:pt x="3162" y="521"/>
                  <a:pt x="3142" y="521"/>
                  <a:pt x="3128" y="508"/>
                </a:cubicBezTo>
                <a:cubicBezTo>
                  <a:pt x="3168" y="475"/>
                  <a:pt x="3269" y="528"/>
                  <a:pt x="3269" y="448"/>
                </a:cubicBezTo>
                <a:cubicBezTo>
                  <a:pt x="3242" y="415"/>
                  <a:pt x="3208" y="428"/>
                  <a:pt x="3182" y="415"/>
                </a:cubicBezTo>
                <a:cubicBezTo>
                  <a:pt x="3175" y="422"/>
                  <a:pt x="3168" y="428"/>
                  <a:pt x="3168" y="442"/>
                </a:cubicBezTo>
                <a:cubicBezTo>
                  <a:pt x="3188" y="448"/>
                  <a:pt x="3182" y="408"/>
                  <a:pt x="3195" y="428"/>
                </a:cubicBezTo>
                <a:cubicBezTo>
                  <a:pt x="3208" y="455"/>
                  <a:pt x="3148" y="462"/>
                  <a:pt x="3135" y="435"/>
                </a:cubicBezTo>
                <a:cubicBezTo>
                  <a:pt x="3128" y="442"/>
                  <a:pt x="3122" y="455"/>
                  <a:pt x="3122" y="468"/>
                </a:cubicBezTo>
                <a:cubicBezTo>
                  <a:pt x="3088" y="475"/>
                  <a:pt x="3088" y="468"/>
                  <a:pt x="3062" y="462"/>
                </a:cubicBezTo>
                <a:cubicBezTo>
                  <a:pt x="3055" y="481"/>
                  <a:pt x="3035" y="488"/>
                  <a:pt x="3022" y="501"/>
                </a:cubicBezTo>
                <a:cubicBezTo>
                  <a:pt x="3028" y="527"/>
                  <a:pt x="3042" y="527"/>
                  <a:pt x="3028" y="554"/>
                </a:cubicBezTo>
                <a:cubicBezTo>
                  <a:pt x="2995" y="567"/>
                  <a:pt x="2982" y="521"/>
                  <a:pt x="2955" y="508"/>
                </a:cubicBezTo>
                <a:cubicBezTo>
                  <a:pt x="2955" y="494"/>
                  <a:pt x="2968" y="494"/>
                  <a:pt x="2988" y="494"/>
                </a:cubicBezTo>
                <a:cubicBezTo>
                  <a:pt x="2988" y="482"/>
                  <a:pt x="2975" y="468"/>
                  <a:pt x="2975" y="456"/>
                </a:cubicBezTo>
                <a:cubicBezTo>
                  <a:pt x="2948" y="456"/>
                  <a:pt x="2928" y="449"/>
                  <a:pt x="2915" y="436"/>
                </a:cubicBezTo>
                <a:cubicBezTo>
                  <a:pt x="2962" y="396"/>
                  <a:pt x="3028" y="442"/>
                  <a:pt x="3082" y="416"/>
                </a:cubicBezTo>
                <a:cubicBezTo>
                  <a:pt x="3076" y="416"/>
                  <a:pt x="3060" y="395"/>
                  <a:pt x="3051" y="403"/>
                </a:cubicBezTo>
                <a:lnTo>
                  <a:pt x="3051" y="405"/>
                </a:lnTo>
                <a:lnTo>
                  <a:pt x="3051" y="403"/>
                </a:lnTo>
                <a:cubicBezTo>
                  <a:pt x="3068" y="377"/>
                  <a:pt x="3118" y="388"/>
                  <a:pt x="3168" y="382"/>
                </a:cubicBezTo>
                <a:cubicBezTo>
                  <a:pt x="3175" y="376"/>
                  <a:pt x="3168" y="376"/>
                  <a:pt x="3168" y="362"/>
                </a:cubicBezTo>
                <a:close/>
                <a:moveTo>
                  <a:pt x="351" y="349"/>
                </a:moveTo>
                <a:cubicBezTo>
                  <a:pt x="344" y="369"/>
                  <a:pt x="317" y="369"/>
                  <a:pt x="304" y="363"/>
                </a:cubicBezTo>
                <a:cubicBezTo>
                  <a:pt x="317" y="356"/>
                  <a:pt x="331" y="349"/>
                  <a:pt x="351" y="349"/>
                </a:cubicBezTo>
                <a:close/>
                <a:moveTo>
                  <a:pt x="3872" y="348"/>
                </a:moveTo>
                <a:cubicBezTo>
                  <a:pt x="3881" y="348"/>
                  <a:pt x="3889" y="348"/>
                  <a:pt x="3897" y="349"/>
                </a:cubicBezTo>
                <a:cubicBezTo>
                  <a:pt x="3863" y="402"/>
                  <a:pt x="3877" y="429"/>
                  <a:pt x="3950" y="422"/>
                </a:cubicBezTo>
                <a:cubicBezTo>
                  <a:pt x="3950" y="442"/>
                  <a:pt x="3930" y="436"/>
                  <a:pt x="3937" y="456"/>
                </a:cubicBezTo>
                <a:cubicBezTo>
                  <a:pt x="3970" y="449"/>
                  <a:pt x="3943" y="422"/>
                  <a:pt x="3983" y="436"/>
                </a:cubicBezTo>
                <a:cubicBezTo>
                  <a:pt x="3970" y="462"/>
                  <a:pt x="4010" y="442"/>
                  <a:pt x="3997" y="488"/>
                </a:cubicBezTo>
                <a:cubicBezTo>
                  <a:pt x="3977" y="488"/>
                  <a:pt x="3970" y="482"/>
                  <a:pt x="3970" y="462"/>
                </a:cubicBezTo>
                <a:cubicBezTo>
                  <a:pt x="3950" y="475"/>
                  <a:pt x="3937" y="495"/>
                  <a:pt x="3897" y="488"/>
                </a:cubicBezTo>
                <a:cubicBezTo>
                  <a:pt x="3917" y="502"/>
                  <a:pt x="3943" y="508"/>
                  <a:pt x="3937" y="548"/>
                </a:cubicBezTo>
                <a:cubicBezTo>
                  <a:pt x="3917" y="561"/>
                  <a:pt x="3890" y="541"/>
                  <a:pt x="3863" y="548"/>
                </a:cubicBezTo>
                <a:cubicBezTo>
                  <a:pt x="3863" y="535"/>
                  <a:pt x="3856" y="535"/>
                  <a:pt x="3856" y="521"/>
                </a:cubicBezTo>
                <a:cubicBezTo>
                  <a:pt x="3877" y="502"/>
                  <a:pt x="3863" y="488"/>
                  <a:pt x="3843" y="482"/>
                </a:cubicBezTo>
                <a:cubicBezTo>
                  <a:pt x="3863" y="475"/>
                  <a:pt x="3856" y="448"/>
                  <a:pt x="3883" y="462"/>
                </a:cubicBezTo>
                <a:cubicBezTo>
                  <a:pt x="3877" y="468"/>
                  <a:pt x="3870" y="468"/>
                  <a:pt x="3870" y="475"/>
                </a:cubicBezTo>
                <a:cubicBezTo>
                  <a:pt x="3877" y="495"/>
                  <a:pt x="3897" y="468"/>
                  <a:pt x="3897" y="462"/>
                </a:cubicBezTo>
                <a:cubicBezTo>
                  <a:pt x="3890" y="448"/>
                  <a:pt x="3850" y="455"/>
                  <a:pt x="3830" y="442"/>
                </a:cubicBezTo>
                <a:cubicBezTo>
                  <a:pt x="3850" y="396"/>
                  <a:pt x="3803" y="376"/>
                  <a:pt x="3750" y="376"/>
                </a:cubicBezTo>
                <a:cubicBezTo>
                  <a:pt x="3782" y="360"/>
                  <a:pt x="3832" y="348"/>
                  <a:pt x="3872" y="348"/>
                </a:cubicBezTo>
                <a:close/>
                <a:moveTo>
                  <a:pt x="4483" y="327"/>
                </a:moveTo>
                <a:cubicBezTo>
                  <a:pt x="4491" y="327"/>
                  <a:pt x="4502" y="348"/>
                  <a:pt x="4517" y="343"/>
                </a:cubicBezTo>
                <a:cubicBezTo>
                  <a:pt x="4511" y="362"/>
                  <a:pt x="4484" y="343"/>
                  <a:pt x="4477" y="336"/>
                </a:cubicBezTo>
                <a:cubicBezTo>
                  <a:pt x="4479" y="329"/>
                  <a:pt x="4481" y="327"/>
                  <a:pt x="4483" y="327"/>
                </a:cubicBezTo>
                <a:close/>
                <a:moveTo>
                  <a:pt x="3636" y="273"/>
                </a:moveTo>
                <a:cubicBezTo>
                  <a:pt x="3641" y="274"/>
                  <a:pt x="3646" y="274"/>
                  <a:pt x="3650" y="276"/>
                </a:cubicBezTo>
                <a:cubicBezTo>
                  <a:pt x="3650" y="276"/>
                  <a:pt x="3650" y="276"/>
                  <a:pt x="3650" y="303"/>
                </a:cubicBezTo>
                <a:cubicBezTo>
                  <a:pt x="3623" y="316"/>
                  <a:pt x="3603" y="296"/>
                  <a:pt x="3590" y="289"/>
                </a:cubicBezTo>
                <a:cubicBezTo>
                  <a:pt x="3595" y="279"/>
                  <a:pt x="3618" y="273"/>
                  <a:pt x="3636" y="273"/>
                </a:cubicBezTo>
                <a:close/>
                <a:moveTo>
                  <a:pt x="545" y="124"/>
                </a:moveTo>
                <a:cubicBezTo>
                  <a:pt x="565" y="124"/>
                  <a:pt x="578" y="131"/>
                  <a:pt x="592" y="138"/>
                </a:cubicBezTo>
                <a:cubicBezTo>
                  <a:pt x="585" y="158"/>
                  <a:pt x="552" y="118"/>
                  <a:pt x="545" y="144"/>
                </a:cubicBezTo>
                <a:cubicBezTo>
                  <a:pt x="532" y="138"/>
                  <a:pt x="545" y="138"/>
                  <a:pt x="545" y="124"/>
                </a:cubicBezTo>
                <a:close/>
                <a:moveTo>
                  <a:pt x="237" y="0"/>
                </a:moveTo>
                <a:cubicBezTo>
                  <a:pt x="256" y="1"/>
                  <a:pt x="281" y="10"/>
                  <a:pt x="297" y="5"/>
                </a:cubicBezTo>
                <a:cubicBezTo>
                  <a:pt x="284" y="25"/>
                  <a:pt x="237" y="12"/>
                  <a:pt x="211" y="12"/>
                </a:cubicBezTo>
                <a:cubicBezTo>
                  <a:pt x="216" y="2"/>
                  <a:pt x="225" y="0"/>
                  <a:pt x="237" y="0"/>
                </a:cubicBezTo>
                <a:close/>
              </a:path>
            </a:pathLst>
          </a:custGeom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417195" y="1619885"/>
            <a:ext cx="11129010" cy="4709160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2310" y="1573530"/>
            <a:ext cx="9474200" cy="720090"/>
          </a:xfrm>
        </p:spPr>
        <p:txBody>
          <a:bodyPr anchor="ctr" anchorCtr="0"/>
          <a:lstStyle/>
          <a:p>
            <a:r>
              <a:rPr lang="zh-CN" altLang="en-US">
                <a:solidFill>
                  <a:srgbClr val="000000"/>
                </a:solidFill>
              </a:rPr>
              <a:t>故事背景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4991735" y="2339340"/>
            <a:ext cx="1616710" cy="39903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807085" y="2442210"/>
            <a:ext cx="10217150" cy="3458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故事设定了独特奇幻世界观，阎王遗忘的古董成活物，而拥有特殊职业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--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偷命师的</a:t>
            </a:r>
            <a:r>
              <a:rPr lang="zh-CN" altLang="en-US" sz="2400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n-ea"/>
                <a:cs typeface="+mn-ea"/>
                <a:sym typeface="+mn-ea"/>
              </a:rPr>
              <a:t>南星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可偷其“命”助亡者遗愿。</a:t>
            </a:r>
            <a:endParaRPr lang="zh-CN" altLang="en-US" sz="24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她拥有漫长的生命，背负着家族仇恨，在一次又一次的偷命任务中，她与各类神秘古董和复杂人性产生纠葛，同时也逐渐揭开了隐藏在背后的惊天秘密。</a:t>
            </a:r>
            <a:endParaRPr lang="zh-CN" altLang="en-US" sz="24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4005"/>
            <a:ext cx="10515600" cy="1019175"/>
          </a:xfrm>
        </p:spPr>
        <p:txBody>
          <a:bodyPr/>
          <a:p>
            <a:r>
              <a:rPr lang="zh-CN" altLang="en-US"/>
              <a:t>角色介绍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5295" y="1651635"/>
            <a:ext cx="11024235" cy="415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ea"/>
                <a:cs typeface="+mn-ea"/>
                <a:sym typeface="+mn-ea"/>
              </a:rPr>
              <a:t>南星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：（女主）身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为偷命师，长生且背负家族仇恨，性格坚韧、冷静理智。外表看似冷漠，实则内心善良且富有责任感。执行任务中揭开惊天秘密。</a:t>
            </a:r>
            <a:endParaRPr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+mn-ea"/>
                <a:cs typeface="+mn-ea"/>
                <a:sym typeface="+mn-ea"/>
              </a:rPr>
              <a:t>邱辞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：（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男主）身份神秘。性格开朗、玩世不恭，肩负着不为人知的使命。与南星从互相试探到携手合作，成为南星在冒险途中的重要伙伴和情感依托。</a:t>
            </a:r>
            <a:endParaRPr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 spc="3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ea typeface="+mj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目标受众</a:t>
            </a:r>
            <a:endParaRPr lang="zh-CN" altLang="en-US"/>
          </a:p>
        </p:txBody>
      </p:sp>
      <p:cxnSp>
        <p:nvCxnSpPr>
          <p:cNvPr id="76" name="直接连接符 75"/>
          <p:cNvCxnSpPr/>
          <p:nvPr>
            <p:custDataLst>
              <p:tags r:id="rId2"/>
            </p:custDataLst>
          </p:nvPr>
        </p:nvCxnSpPr>
        <p:spPr>
          <a:xfrm>
            <a:off x="6898640" y="5965825"/>
            <a:ext cx="467931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>
            <p:custDataLst>
              <p:tags r:id="rId3"/>
            </p:custDataLst>
          </p:nvPr>
        </p:nvCxnSpPr>
        <p:spPr>
          <a:xfrm>
            <a:off x="1627505" y="5865495"/>
            <a:ext cx="7217410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8" name="任意多边形: 形状 1397"/>
          <p:cNvSpPr/>
          <p:nvPr>
            <p:custDataLst>
              <p:tags r:id="rId4"/>
            </p:custDataLst>
          </p:nvPr>
        </p:nvSpPr>
        <p:spPr>
          <a:xfrm>
            <a:off x="635635" y="5552440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: 形状 1397"/>
          <p:cNvSpPr/>
          <p:nvPr>
            <p:custDataLst>
              <p:tags r:id="rId5"/>
            </p:custDataLst>
          </p:nvPr>
        </p:nvSpPr>
        <p:spPr>
          <a:xfrm>
            <a:off x="1092835" y="5670550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6"/>
            </p:custDataLst>
          </p:nvPr>
        </p:nvCxnSpPr>
        <p:spPr>
          <a:xfrm>
            <a:off x="608965" y="1818640"/>
            <a:ext cx="384365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7"/>
            </p:custDataLst>
          </p:nvPr>
        </p:nvCxnSpPr>
        <p:spPr>
          <a:xfrm>
            <a:off x="2518410" y="1924685"/>
            <a:ext cx="7999095" cy="635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任意多边形: 形状 1397"/>
          <p:cNvSpPr/>
          <p:nvPr>
            <p:custDataLst>
              <p:tags r:id="rId8"/>
            </p:custDataLst>
          </p:nvPr>
        </p:nvSpPr>
        <p:spPr>
          <a:xfrm>
            <a:off x="10650855" y="1641475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1397"/>
          <p:cNvSpPr/>
          <p:nvPr>
            <p:custDataLst>
              <p:tags r:id="rId9"/>
            </p:custDataLst>
          </p:nvPr>
        </p:nvSpPr>
        <p:spPr>
          <a:xfrm>
            <a:off x="11108055" y="1759585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>
            <p:custDataLst>
              <p:tags r:id="rId10"/>
            </p:custDataLst>
          </p:nvPr>
        </p:nvCxnSpPr>
        <p:spPr>
          <a:xfrm>
            <a:off x="740410" y="1534160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11"/>
            </p:custDataLst>
          </p:nvPr>
        </p:nvCxnSpPr>
        <p:spPr>
          <a:xfrm>
            <a:off x="11346815" y="5031105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1092835" y="1305560"/>
            <a:ext cx="10015220" cy="432943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目标受众</a:t>
            </a:r>
            <a:endParaRPr lang="zh-CN" altLang="en-US" sz="2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1</a:t>
            </a: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4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- </a:t>
            </a: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40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岁的年轻观众群体，尤其是对</a:t>
            </a:r>
            <a:r>
              <a:rPr lang="zh-CN" altLang="en-US" sz="2400" b="1" kern="0" dirty="0">
                <a:ln>
                  <a:noFill/>
                  <a:prstDash val="sysDot"/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sym typeface="+mn-ea"/>
              </a:rPr>
              <a:t>奇幻冒险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sym typeface="+mn-ea"/>
              </a:rPr>
              <a:t>、</a:t>
            </a:r>
            <a:r>
              <a:rPr lang="zh-CN" altLang="en-US" sz="2400" b="1" kern="0" dirty="0">
                <a:ln>
                  <a:noFill/>
                  <a:prstDash val="sysDot"/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sym typeface="+mn-ea"/>
              </a:rPr>
              <a:t>悬疑灵异</a:t>
            </a: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题材感兴趣的人群。这部分受众追求新奇刺激的观剧体验，喜欢探索神秘未知的世界，对充满想象力和深度的故事有较高的接受度和兴趣，并且热衷于在社交媒体上分享和讨论相关内容，能通过口碑传播为剧集带来热度。</a:t>
            </a:r>
            <a:endParaRPr lang="zh-CN" altLang="en-US" sz="2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280271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背景调查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1714" y="1577285"/>
            <a:ext cx="9144000" cy="1224000"/>
          </a:xfrm>
        </p:spPr>
        <p:txBody>
          <a:bodyPr/>
          <a:lstStyle/>
          <a:p>
            <a:r>
              <a:rPr lang="zh-CN" altLang="en-US" dirty="0"/>
              <a:t>02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>
                <a:solidFill>
                  <a:schemeClr val="accent6">
                    <a:lumMod val="60000"/>
                    <a:lumOff val="40000"/>
                  </a:schemeClr>
                </a:solidFill>
              </a:rPr>
              <a:t>网络剧市场现状</a:t>
            </a:r>
            <a:endParaRPr lang="zh-C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922655" y="1627505"/>
            <a:ext cx="9473565" cy="4510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近年来，网络剧市场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发展迅猛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，市场规模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持续扩张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。2024年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下半年我国网络剧市场规模达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155亿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，预计2028年将增至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178.9亿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。内容上：题材日益多元化，涵盖了青春校园、悬疑惊悚、古装武侠、科幻奇幻等多个领域。播出渠道上：台网融合趋势明显，微短剧也逐渐崭露头角，成为行业发展的新动力。发行格局中，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爱奇艺、腾讯视频、优酷、芒果 TV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等头部平台占据主导地位，汇聚了大量的流量和用户。</a:t>
            </a:r>
            <a:endParaRPr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28395" y="1189022"/>
            <a:ext cx="4608195" cy="40643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市场规模</a:t>
            </a:r>
            <a:endParaRPr lang="zh-CN" altLang="en-US" sz="2800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同类题材网络剧分析</a:t>
            </a:r>
            <a:endParaRPr lang="zh-CN" altLang="en-US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138430" y="1799590"/>
            <a:ext cx="4862195" cy="39439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《灵魂摆渡》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;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以独特的视角讲述了阴阳两界的故事，构建了一个充满奇幻色彩的灵界世界观，凭借精彩的剧情和鲜明的人物形象吸引了大量观众，成为悬疑灵异题材网络剧的经典之作。其成功关键在于巧妙地将灵异元素与现实生活相结合，引发观众的情感共鸣，同时在剧情上不断创新，保持观众的新鲜感。</a:t>
            </a:r>
            <a:endParaRPr lang="zh-CN" altLang="en-US" sz="20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594087" y="1157407"/>
            <a:ext cx="3004748" cy="4622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 dirty="0">
                <a:solidFill>
                  <a:schemeClr val="accent1"/>
                </a:solidFill>
                <a:latin typeface="+mn-ea"/>
                <a:cs typeface="+mn-ea"/>
              </a:rPr>
              <a:t>成功案例</a:t>
            </a:r>
            <a:endParaRPr lang="zh-CN" altLang="en-US" sz="28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6518275" y="1799590"/>
            <a:ext cx="4162425" cy="46342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目前市场上虽然有不少奇幻悬疑类网络剧，但将</a:t>
            </a:r>
            <a:r>
              <a:rPr lang="zh-CN" altLang="en-US" sz="2000" b="1">
                <a:ln>
                  <a:noFill/>
                  <a:prstDash val="sysDot"/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cs typeface="+mn-ea"/>
              </a:rPr>
              <a:t>古董器物</a:t>
            </a:r>
            <a:r>
              <a:rPr lang="zh-CN" altLang="en-US" sz="20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与灵异冒险深度融合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的作品相对较少。</a:t>
            </a:r>
            <a:r>
              <a:rPr lang="zh-CN" altLang="en-US" sz="20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《偷命》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独特的 </a:t>
            </a:r>
            <a:r>
              <a:rPr lang="zh-CN" altLang="en-US" sz="2000" b="1">
                <a:ln>
                  <a:noFill/>
                  <a:prstDash val="sysDot"/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  <a:cs typeface="+mn-ea"/>
              </a:rPr>
              <a:t>“偷命师”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设定和古董灵物的故事背景，有望填补这一市场空白，以新颖的题材吸引观众的关注。</a:t>
            </a:r>
            <a:endParaRPr lang="zh-CN" altLang="en-US" sz="20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7004927" y="1157407"/>
            <a:ext cx="3004748" cy="4622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>
                <a:solidFill>
                  <a:schemeClr val="accent1"/>
                </a:solidFill>
                <a:latin typeface="+mn-ea"/>
                <a:cs typeface="+mn-ea"/>
              </a:rPr>
              <a:t>市场机会</a:t>
            </a:r>
            <a:endParaRPr lang="zh-CN" altLang="en-US" sz="28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21342100">
            <a:off x="8600440" y="1405890"/>
            <a:ext cx="3091180" cy="4563110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 rot="0">
            <a:off x="8760460" y="1987693"/>
            <a:ext cx="2889769" cy="2918952"/>
            <a:chOff x="2318" y="1964"/>
            <a:chExt cx="14824" cy="15014"/>
          </a:xfrm>
        </p:grpSpPr>
        <p:pic>
          <p:nvPicPr>
            <p:cNvPr id="25" name="图片 24" descr="C:/Users/孙秀娟/Desktop/1_130907232428_1.png1_130907232428_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5" t="3913" r="5" b="3913"/>
            <a:stretch>
              <a:fillRect/>
            </a:stretch>
          </p:blipFill>
          <p:spPr>
            <a:xfrm>
              <a:off x="2523" y="1964"/>
              <a:ext cx="14619" cy="1463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074" h="10074">
                  <a:moveTo>
                    <a:pt x="5037" y="0"/>
                  </a:moveTo>
                  <a:cubicBezTo>
                    <a:pt x="7819" y="0"/>
                    <a:pt x="10074" y="2255"/>
                    <a:pt x="10074" y="5037"/>
                  </a:cubicBezTo>
                  <a:cubicBezTo>
                    <a:pt x="10074" y="7819"/>
                    <a:pt x="7819" y="10074"/>
                    <a:pt x="5037" y="10074"/>
                  </a:cubicBezTo>
                  <a:cubicBezTo>
                    <a:pt x="2255" y="10074"/>
                    <a:pt x="0" y="7819"/>
                    <a:pt x="0" y="5037"/>
                  </a:cubicBezTo>
                  <a:cubicBezTo>
                    <a:pt x="0" y="2255"/>
                    <a:pt x="2255" y="0"/>
                    <a:pt x="5037" y="0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solidFill>
                <a:schemeClr val="accent1">
                  <a:alpha val="15000"/>
                </a:schemeClr>
              </a:solidFill>
            </a:ln>
          </p:spPr>
        </p:pic>
        <p:pic>
          <p:nvPicPr>
            <p:cNvPr id="26" name="图片 25" descr="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3545" y="3736"/>
              <a:ext cx="3999" cy="2558"/>
            </a:xfrm>
            <a:prstGeom prst="rect">
              <a:avLst/>
            </a:prstGeom>
          </p:spPr>
        </p:pic>
        <p:pic>
          <p:nvPicPr>
            <p:cNvPr id="27" name="图片 26" descr="9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519" y="3808"/>
              <a:ext cx="2358" cy="9976"/>
            </a:xfrm>
            <a:prstGeom prst="rect">
              <a:avLst/>
            </a:prstGeom>
          </p:spPr>
        </p:pic>
        <p:pic>
          <p:nvPicPr>
            <p:cNvPr id="28" name="图片 27" descr="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636" y="3544"/>
              <a:ext cx="2596" cy="1160"/>
            </a:xfrm>
            <a:prstGeom prst="rect">
              <a:avLst/>
            </a:prstGeom>
          </p:spPr>
        </p:pic>
        <p:pic>
          <p:nvPicPr>
            <p:cNvPr id="29" name="图片 28" descr="1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 rot="19980000" flipH="1">
              <a:off x="2331" y="2805"/>
              <a:ext cx="2875" cy="1710"/>
            </a:xfrm>
            <a:prstGeom prst="rect">
              <a:avLst/>
            </a:prstGeom>
          </p:spPr>
        </p:pic>
        <p:sp>
          <p:nvSpPr>
            <p:cNvPr id="30" name="任意多边形: 形状 33"/>
            <p:cNvSpPr/>
            <p:nvPr>
              <p:custDataLst>
                <p:tags r:id="rId13"/>
              </p:custDataLst>
            </p:nvPr>
          </p:nvSpPr>
          <p:spPr>
            <a:xfrm>
              <a:off x="2318" y="2414"/>
              <a:ext cx="14564" cy="14564"/>
            </a:xfrm>
            <a:custGeom>
              <a:avLst/>
              <a:gdLst>
                <a:gd name="connsiteX0" fmla="*/ 4624194 w 9248140"/>
                <a:gd name="connsiteY0" fmla="*/ 0 h 9248143"/>
                <a:gd name="connsiteX1" fmla="*/ 9248140 w 9248140"/>
                <a:gd name="connsiteY1" fmla="*/ 4624073 h 9248143"/>
                <a:gd name="connsiteX2" fmla="*/ 8232545 w 9248140"/>
                <a:gd name="connsiteY2" fmla="*/ 7515455 h 9248143"/>
                <a:gd name="connsiteX3" fmla="*/ 8213128 w 9248140"/>
                <a:gd name="connsiteY3" fmla="*/ 7499773 h 9248143"/>
                <a:gd name="connsiteX4" fmla="*/ 9223248 w 9248140"/>
                <a:gd name="connsiteY4" fmla="*/ 4624073 h 9248143"/>
                <a:gd name="connsiteX5" fmla="*/ 4624194 w 9248140"/>
                <a:gd name="connsiteY5" fmla="*/ 24892 h 9248143"/>
                <a:gd name="connsiteX6" fmla="*/ 24892 w 9248140"/>
                <a:gd name="connsiteY6" fmla="*/ 4624073 h 9248143"/>
                <a:gd name="connsiteX7" fmla="*/ 4624194 w 9248140"/>
                <a:gd name="connsiteY7" fmla="*/ 9223252 h 9248143"/>
                <a:gd name="connsiteX8" fmla="*/ 6844564 w 9248140"/>
                <a:gd name="connsiteY8" fmla="*/ 8652742 h 9248143"/>
                <a:gd name="connsiteX9" fmla="*/ 6856513 w 9248140"/>
                <a:gd name="connsiteY9" fmla="*/ 8674646 h 9248143"/>
                <a:gd name="connsiteX10" fmla="*/ 4624194 w 9248140"/>
                <a:gd name="connsiteY10" fmla="*/ 9248143 h 9248143"/>
                <a:gd name="connsiteX11" fmla="*/ 0 w 9248140"/>
                <a:gd name="connsiteY11" fmla="*/ 4624073 h 9248143"/>
                <a:gd name="connsiteX12" fmla="*/ 4624194 w 9248140"/>
                <a:gd name="connsiteY12" fmla="*/ 0 h 9248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48140" h="9248143">
                  <a:moveTo>
                    <a:pt x="4624194" y="0"/>
                  </a:moveTo>
                  <a:cubicBezTo>
                    <a:pt x="7173887" y="0"/>
                    <a:pt x="9248140" y="2074449"/>
                    <a:pt x="9248140" y="4624073"/>
                  </a:cubicBezTo>
                  <a:cubicBezTo>
                    <a:pt x="9248140" y="5672746"/>
                    <a:pt x="8887455" y="6699515"/>
                    <a:pt x="8232545" y="7515455"/>
                  </a:cubicBezTo>
                  <a:lnTo>
                    <a:pt x="8213128" y="7499773"/>
                  </a:lnTo>
                  <a:cubicBezTo>
                    <a:pt x="8864554" y="6688314"/>
                    <a:pt x="9223248" y="5667020"/>
                    <a:pt x="9223248" y="4624073"/>
                  </a:cubicBezTo>
                  <a:cubicBezTo>
                    <a:pt x="9223248" y="2088140"/>
                    <a:pt x="7160196" y="24892"/>
                    <a:pt x="4624194" y="24892"/>
                  </a:cubicBezTo>
                  <a:cubicBezTo>
                    <a:pt x="2088193" y="24892"/>
                    <a:pt x="24892" y="2088140"/>
                    <a:pt x="24892" y="4624073"/>
                  </a:cubicBezTo>
                  <a:cubicBezTo>
                    <a:pt x="24892" y="7160006"/>
                    <a:pt x="2088193" y="9223252"/>
                    <a:pt x="4624194" y="9223252"/>
                  </a:cubicBezTo>
                  <a:cubicBezTo>
                    <a:pt x="5401074" y="9223252"/>
                    <a:pt x="6168745" y="9026112"/>
                    <a:pt x="6844564" y="8652742"/>
                  </a:cubicBezTo>
                  <a:lnTo>
                    <a:pt x="6856513" y="8674646"/>
                  </a:lnTo>
                  <a:cubicBezTo>
                    <a:pt x="6177209" y="9049760"/>
                    <a:pt x="5405057" y="9248143"/>
                    <a:pt x="4624194" y="9248143"/>
                  </a:cubicBezTo>
                  <a:cubicBezTo>
                    <a:pt x="2074502" y="9248143"/>
                    <a:pt x="0" y="7173697"/>
                    <a:pt x="0" y="4624073"/>
                  </a:cubicBezTo>
                  <a:cubicBezTo>
                    <a:pt x="0" y="2074449"/>
                    <a:pt x="2074502" y="0"/>
                    <a:pt x="46241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14"/>
              </p:custDataLst>
            </p:nvPr>
          </p:nvSpPr>
          <p:spPr>
            <a:xfrm rot="2640000">
              <a:off x="12557" y="15301"/>
              <a:ext cx="2652" cy="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>
              <p:custDataLst>
                <p:tags r:id="rId15"/>
              </p:custDataLst>
            </p:nvPr>
          </p:nvSpPr>
          <p:spPr>
            <a:xfrm rot="2640000">
              <a:off x="14423" y="15815"/>
              <a:ext cx="2098" cy="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标题 5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380365" y="130810"/>
            <a:ext cx="6976745" cy="727075"/>
          </a:xfrm>
        </p:spPr>
        <p:txBody>
          <a:bodyPr lIns="0" tIns="0" rIns="0" bIns="0" anchor="b" anchorCtr="0">
            <a:normAutofit/>
          </a:bodyPr>
          <a:lstStyle/>
          <a:p>
            <a:pPr algn="l"/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爱奇艺对玄幻类电视剧的支持力度</a:t>
            </a:r>
            <a:endParaRPr lang="zh-CN" altLang="en-US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任意多边形: 形状 6"/>
          <p:cNvSpPr/>
          <p:nvPr>
            <p:custDataLst>
              <p:tags r:id="rId17"/>
            </p:custDataLst>
          </p:nvPr>
        </p:nvSpPr>
        <p:spPr>
          <a:xfrm rot="157750">
            <a:off x="8332717" y="1354558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8"/>
            </p:custDataLst>
          </p:nvPr>
        </p:nvSpPr>
        <p:spPr>
          <a:xfrm>
            <a:off x="380365" y="1669415"/>
            <a:ext cx="3973830" cy="1619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IP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合作与开发：与七猫旗下纵横中文网等达成战略合作，每年获取不少于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40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部优质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IP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进行影视化开发，为玄幻剧提供丰富的素材来源。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自制与出品：积极投入自制玄幻剧，如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2025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年出品的《白月梵星》，以其自带流量的主演和热门小说改编的优势，自开拍起就引发全网关注。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9"/>
            </p:custDataLst>
          </p:nvPr>
        </p:nvSpPr>
        <p:spPr>
          <a:xfrm>
            <a:off x="524216" y="973455"/>
            <a:ext cx="2383994" cy="56580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内容资源方面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20"/>
            </p:custDataLst>
          </p:nvPr>
        </p:nvSpPr>
        <p:spPr>
          <a:xfrm>
            <a:off x="4888865" y="1799590"/>
            <a:ext cx="3101340" cy="17900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站内资源推广：利用爱奇艺泡泡圈子等功能，为玄幻剧圈粉造势，如《轩辕剑之汉之云》的泡泡圈子圈粉超过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126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万。还会通过娱乐资讯、首页推荐等全产业布局，使剧集关注度全网发酵。对于热门玄幻剧，会给予站内热度榜等资源位支持，像《白月梵星》开播后站内热度破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9500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21"/>
            </p:custDataLst>
          </p:nvPr>
        </p:nvSpPr>
        <p:spPr>
          <a:xfrm>
            <a:off x="5227530" y="1064167"/>
            <a:ext cx="2441478" cy="49604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宣传推广方面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21342100">
            <a:off x="8600440" y="1405890"/>
            <a:ext cx="3091180" cy="4563110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 rot="0">
            <a:off x="8760460" y="1987693"/>
            <a:ext cx="2889769" cy="2918952"/>
            <a:chOff x="2318" y="1964"/>
            <a:chExt cx="14824" cy="15014"/>
          </a:xfrm>
        </p:grpSpPr>
        <p:pic>
          <p:nvPicPr>
            <p:cNvPr id="25" name="图片 24" descr="C:/Users/孙秀娟/Desktop/1_130907232428_1.png1_130907232428_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-5" t="3913" r="5" b="3913"/>
            <a:stretch>
              <a:fillRect/>
            </a:stretch>
          </p:blipFill>
          <p:spPr>
            <a:xfrm>
              <a:off x="2523" y="1964"/>
              <a:ext cx="14619" cy="1463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074" h="10074">
                  <a:moveTo>
                    <a:pt x="5037" y="0"/>
                  </a:moveTo>
                  <a:cubicBezTo>
                    <a:pt x="7819" y="0"/>
                    <a:pt x="10074" y="2255"/>
                    <a:pt x="10074" y="5037"/>
                  </a:cubicBezTo>
                  <a:cubicBezTo>
                    <a:pt x="10074" y="7819"/>
                    <a:pt x="7819" y="10074"/>
                    <a:pt x="5037" y="10074"/>
                  </a:cubicBezTo>
                  <a:cubicBezTo>
                    <a:pt x="2255" y="10074"/>
                    <a:pt x="0" y="7819"/>
                    <a:pt x="0" y="5037"/>
                  </a:cubicBezTo>
                  <a:cubicBezTo>
                    <a:pt x="0" y="2255"/>
                    <a:pt x="2255" y="0"/>
                    <a:pt x="5037" y="0"/>
                  </a:cubicBezTo>
                  <a:close/>
                </a:path>
              </a:pathLst>
            </a:custGeom>
            <a:solidFill>
              <a:schemeClr val="accent1"/>
            </a:solidFill>
            <a:ln w="6350">
              <a:solidFill>
                <a:schemeClr val="accent1">
                  <a:alpha val="15000"/>
                </a:schemeClr>
              </a:solidFill>
            </a:ln>
          </p:spPr>
        </p:pic>
        <p:pic>
          <p:nvPicPr>
            <p:cNvPr id="26" name="图片 25" descr="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3545" y="3736"/>
              <a:ext cx="3999" cy="2558"/>
            </a:xfrm>
            <a:prstGeom prst="rect">
              <a:avLst/>
            </a:prstGeom>
          </p:spPr>
        </p:pic>
        <p:pic>
          <p:nvPicPr>
            <p:cNvPr id="27" name="图片 26" descr="9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519" y="3808"/>
              <a:ext cx="2358" cy="9976"/>
            </a:xfrm>
            <a:prstGeom prst="rect">
              <a:avLst/>
            </a:prstGeom>
          </p:spPr>
        </p:pic>
        <p:pic>
          <p:nvPicPr>
            <p:cNvPr id="28" name="图片 27" descr="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636" y="3544"/>
              <a:ext cx="2596" cy="1160"/>
            </a:xfrm>
            <a:prstGeom prst="rect">
              <a:avLst/>
            </a:prstGeom>
          </p:spPr>
        </p:pic>
        <p:pic>
          <p:nvPicPr>
            <p:cNvPr id="29" name="图片 28" descr="1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 rot="19980000" flipH="1">
              <a:off x="2331" y="2805"/>
              <a:ext cx="2875" cy="1710"/>
            </a:xfrm>
            <a:prstGeom prst="rect">
              <a:avLst/>
            </a:prstGeom>
          </p:spPr>
        </p:pic>
        <p:sp>
          <p:nvSpPr>
            <p:cNvPr id="30" name="任意多边形: 形状 33"/>
            <p:cNvSpPr/>
            <p:nvPr>
              <p:custDataLst>
                <p:tags r:id="rId13"/>
              </p:custDataLst>
            </p:nvPr>
          </p:nvSpPr>
          <p:spPr>
            <a:xfrm>
              <a:off x="2318" y="2414"/>
              <a:ext cx="14564" cy="14564"/>
            </a:xfrm>
            <a:custGeom>
              <a:avLst/>
              <a:gdLst>
                <a:gd name="connsiteX0" fmla="*/ 4624194 w 9248140"/>
                <a:gd name="connsiteY0" fmla="*/ 0 h 9248143"/>
                <a:gd name="connsiteX1" fmla="*/ 9248140 w 9248140"/>
                <a:gd name="connsiteY1" fmla="*/ 4624073 h 9248143"/>
                <a:gd name="connsiteX2" fmla="*/ 8232545 w 9248140"/>
                <a:gd name="connsiteY2" fmla="*/ 7515455 h 9248143"/>
                <a:gd name="connsiteX3" fmla="*/ 8213128 w 9248140"/>
                <a:gd name="connsiteY3" fmla="*/ 7499773 h 9248143"/>
                <a:gd name="connsiteX4" fmla="*/ 9223248 w 9248140"/>
                <a:gd name="connsiteY4" fmla="*/ 4624073 h 9248143"/>
                <a:gd name="connsiteX5" fmla="*/ 4624194 w 9248140"/>
                <a:gd name="connsiteY5" fmla="*/ 24892 h 9248143"/>
                <a:gd name="connsiteX6" fmla="*/ 24892 w 9248140"/>
                <a:gd name="connsiteY6" fmla="*/ 4624073 h 9248143"/>
                <a:gd name="connsiteX7" fmla="*/ 4624194 w 9248140"/>
                <a:gd name="connsiteY7" fmla="*/ 9223252 h 9248143"/>
                <a:gd name="connsiteX8" fmla="*/ 6844564 w 9248140"/>
                <a:gd name="connsiteY8" fmla="*/ 8652742 h 9248143"/>
                <a:gd name="connsiteX9" fmla="*/ 6856513 w 9248140"/>
                <a:gd name="connsiteY9" fmla="*/ 8674646 h 9248143"/>
                <a:gd name="connsiteX10" fmla="*/ 4624194 w 9248140"/>
                <a:gd name="connsiteY10" fmla="*/ 9248143 h 9248143"/>
                <a:gd name="connsiteX11" fmla="*/ 0 w 9248140"/>
                <a:gd name="connsiteY11" fmla="*/ 4624073 h 9248143"/>
                <a:gd name="connsiteX12" fmla="*/ 4624194 w 9248140"/>
                <a:gd name="connsiteY12" fmla="*/ 0 h 9248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48140" h="9248143">
                  <a:moveTo>
                    <a:pt x="4624194" y="0"/>
                  </a:moveTo>
                  <a:cubicBezTo>
                    <a:pt x="7173887" y="0"/>
                    <a:pt x="9248140" y="2074449"/>
                    <a:pt x="9248140" y="4624073"/>
                  </a:cubicBezTo>
                  <a:cubicBezTo>
                    <a:pt x="9248140" y="5672746"/>
                    <a:pt x="8887455" y="6699515"/>
                    <a:pt x="8232545" y="7515455"/>
                  </a:cubicBezTo>
                  <a:lnTo>
                    <a:pt x="8213128" y="7499773"/>
                  </a:lnTo>
                  <a:cubicBezTo>
                    <a:pt x="8864554" y="6688314"/>
                    <a:pt x="9223248" y="5667020"/>
                    <a:pt x="9223248" y="4624073"/>
                  </a:cubicBezTo>
                  <a:cubicBezTo>
                    <a:pt x="9223248" y="2088140"/>
                    <a:pt x="7160196" y="24892"/>
                    <a:pt x="4624194" y="24892"/>
                  </a:cubicBezTo>
                  <a:cubicBezTo>
                    <a:pt x="2088193" y="24892"/>
                    <a:pt x="24892" y="2088140"/>
                    <a:pt x="24892" y="4624073"/>
                  </a:cubicBezTo>
                  <a:cubicBezTo>
                    <a:pt x="24892" y="7160006"/>
                    <a:pt x="2088193" y="9223252"/>
                    <a:pt x="4624194" y="9223252"/>
                  </a:cubicBezTo>
                  <a:cubicBezTo>
                    <a:pt x="5401074" y="9223252"/>
                    <a:pt x="6168745" y="9026112"/>
                    <a:pt x="6844564" y="8652742"/>
                  </a:cubicBezTo>
                  <a:lnTo>
                    <a:pt x="6856513" y="8674646"/>
                  </a:lnTo>
                  <a:cubicBezTo>
                    <a:pt x="6177209" y="9049760"/>
                    <a:pt x="5405057" y="9248143"/>
                    <a:pt x="4624194" y="9248143"/>
                  </a:cubicBezTo>
                  <a:cubicBezTo>
                    <a:pt x="2074502" y="9248143"/>
                    <a:pt x="0" y="7173697"/>
                    <a:pt x="0" y="4624073"/>
                  </a:cubicBezTo>
                  <a:cubicBezTo>
                    <a:pt x="0" y="2074449"/>
                    <a:pt x="2074502" y="0"/>
                    <a:pt x="462419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14"/>
              </p:custDataLst>
            </p:nvPr>
          </p:nvSpPr>
          <p:spPr>
            <a:xfrm rot="2640000">
              <a:off x="12557" y="15301"/>
              <a:ext cx="2652" cy="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>
              <p:custDataLst>
                <p:tags r:id="rId15"/>
              </p:custDataLst>
            </p:nvPr>
          </p:nvSpPr>
          <p:spPr>
            <a:xfrm rot="2640000">
              <a:off x="14423" y="15815"/>
              <a:ext cx="2098" cy="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标题 5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380365" y="130810"/>
            <a:ext cx="6976745" cy="727075"/>
          </a:xfrm>
        </p:spPr>
        <p:txBody>
          <a:bodyPr lIns="0" tIns="0" rIns="0" bIns="0" anchor="b" anchorCtr="0">
            <a:normAutofit/>
          </a:bodyPr>
          <a:lstStyle/>
          <a:p>
            <a:pPr algn="l"/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爱奇艺对玄幻类电视剧的支持力度</a:t>
            </a:r>
            <a:endParaRPr lang="zh-CN" altLang="en-US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任意多边形: 形状 6"/>
          <p:cNvSpPr/>
          <p:nvPr>
            <p:custDataLst>
              <p:tags r:id="rId17"/>
            </p:custDataLst>
          </p:nvPr>
        </p:nvSpPr>
        <p:spPr>
          <a:xfrm rot="157750">
            <a:off x="8332717" y="1354558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18"/>
            </p:custDataLst>
          </p:nvPr>
        </p:nvSpPr>
        <p:spPr>
          <a:xfrm>
            <a:off x="380365" y="1669415"/>
            <a:ext cx="7740015" cy="16198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画质提升：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帧绮映画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MAX”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是爱奇艺面向大屏场景推出的高品质视听认证标准，超高清片库不断扩容，储备超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20000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集支持帧绮映画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MAX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码流的内容，让用户观看玄幻剧时能享受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4KHDR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4K120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帧的高品质观影效果。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互动体验优化：提供多屏互动方式，用户可以通过弹幕、泡泡圈子进行实时互动畅聊剧情，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VIP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会员还能享受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只看他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”“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画质选择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等尊享特权，提升观剧体验。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9"/>
            </p:custDataLst>
          </p:nvPr>
        </p:nvSpPr>
        <p:spPr>
          <a:xfrm>
            <a:off x="524216" y="973455"/>
            <a:ext cx="2383994" cy="56580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平台技术方面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data/temp/ce52ea88-2d59-11f0-8593-ba9d7b6b2361.jpg@base@tag=imgScale&amp;m=1&amp;w=1399&amp;h=817&amp;q=95ce52ea88-2d59-11f0-8593-ba9d7b6b2361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t="6182" b="6182"/>
          <a:stretch>
            <a:fillRect/>
          </a:stretch>
        </p:blipFill>
        <p:spPr>
          <a:xfrm>
            <a:off x="553085" y="942724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770453" y="1020318"/>
            <a:ext cx="10996246" cy="5181600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 useBgFill="1"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solidFill>
            <a:srgbClr val="FFFFFF">
              <a:alpha val="15000"/>
            </a:srgbClr>
          </a:solidFill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6"/>
            </p:custDataLst>
          </p:nvPr>
        </p:nvCxnSpPr>
        <p:spPr>
          <a:xfrm>
            <a:off x="4516755" y="2141302"/>
            <a:ext cx="315849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901700" y="1136015"/>
            <a:ext cx="10388600" cy="763270"/>
          </a:xfrm>
        </p:spPr>
        <p:txBody>
          <a:bodyPr/>
          <a:lstStyle/>
          <a:p>
            <a:pPr algn="ctr"/>
            <a:r>
              <a:rPr lang="zh-CN" altLang="en-US" sz="3600"/>
              <a:t>目标受众喜好与需求</a:t>
            </a:r>
            <a:endParaRPr lang="zh-CN" altLang="en-US" sz="3600"/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423670" y="2383155"/>
            <a:ext cx="9344025" cy="33826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lvl="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Char char="u"/>
            </a:pPr>
            <a:r>
              <a:rPr lang="zh-CN" altLang="en-US"/>
              <a:t>目标受众偏好与</a:t>
            </a:r>
            <a:r>
              <a:rPr lang="zh-CN" altLang="en-US"/>
              <a:t>需求</a:t>
            </a:r>
            <a:endParaRPr lang="zh-CN" altLang="en-US"/>
          </a:p>
          <a:p>
            <a:pPr lvl="1" indent="0" algn="l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None/>
            </a:pPr>
            <a:r>
              <a:rPr lang="zh-CN" altLang="en-US"/>
              <a:t>通过市场调研和数据分析可知，目标受众对具有创新性、神秘感和深度内涵的内容有强烈需求。他们喜欢在观剧中体验紧张刺激的情节，同时也希望能看到对人性、情感的细腻刻画。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280271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内容规划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1714" y="1577285"/>
            <a:ext cx="9144000" cy="1224000"/>
          </a:xfrm>
        </p:spPr>
        <p:txBody>
          <a:bodyPr/>
          <a:lstStyle/>
          <a:p>
            <a:r>
              <a:rPr lang="zh-CN" altLang="en-US" dirty="0"/>
              <a:t>03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整体架构</a:t>
            </a:r>
            <a:endParaRPr lang="zh-CN" altLang="en-US"/>
          </a:p>
        </p:txBody>
      </p:sp>
      <p:sp useBgFill="1"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695694" y="1950085"/>
            <a:ext cx="5198563" cy="3831590"/>
          </a:xfrm>
          <a:prstGeom prst="roundRect">
            <a:avLst>
              <a:gd name="adj" fmla="val 6714"/>
            </a:avLst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95694" y="1950085"/>
            <a:ext cx="5198563" cy="3831590"/>
          </a:xfrm>
          <a:prstGeom prst="roundRect">
            <a:avLst>
              <a:gd name="adj" fmla="val 6714"/>
            </a:avLst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>
            <a:off x="1245786" y="2913699"/>
            <a:ext cx="4648471" cy="734939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11" h="1157">
                <a:moveTo>
                  <a:pt x="193" y="0"/>
                </a:moveTo>
                <a:lnTo>
                  <a:pt x="4866" y="0"/>
                </a:lnTo>
                <a:cubicBezTo>
                  <a:pt x="4873" y="0"/>
                  <a:pt x="4879" y="0"/>
                  <a:pt x="4886" y="1"/>
                </a:cubicBezTo>
                <a:lnTo>
                  <a:pt x="4886" y="1"/>
                </a:lnTo>
                <a:lnTo>
                  <a:pt x="6711" y="1"/>
                </a:lnTo>
                <a:lnTo>
                  <a:pt x="6711" y="1156"/>
                </a:lnTo>
                <a:lnTo>
                  <a:pt x="4886" y="1156"/>
                </a:lnTo>
                <a:lnTo>
                  <a:pt x="4886" y="1156"/>
                </a:lnTo>
                <a:cubicBezTo>
                  <a:pt x="4879" y="1157"/>
                  <a:pt x="4873" y="1157"/>
                  <a:pt x="4866" y="1157"/>
                </a:cubicBezTo>
                <a:lnTo>
                  <a:pt x="193" y="1157"/>
                </a:lnTo>
                <a:cubicBezTo>
                  <a:pt x="86" y="1157"/>
                  <a:pt x="0" y="1071"/>
                  <a:pt x="0" y="964"/>
                </a:cubicBezTo>
                <a:lnTo>
                  <a:pt x="0" y="193"/>
                </a:lnTo>
                <a:cubicBezTo>
                  <a:pt x="0" y="86"/>
                  <a:pt x="86" y="0"/>
                  <a:pt x="19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462598" tIns="83185" rIns="1012507" bIns="82550" rtlCol="0" anchor="ctr">
            <a:noAutofit/>
          </a:bodyPr>
          <a:p>
            <a:pPr algn="ctr"/>
            <a:r>
              <a:rPr lang="zh-CN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整体架构</a:t>
            </a:r>
            <a:endParaRPr lang="zh-CN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9" name="圆角矩形 28"/>
          <p:cNvSpPr/>
          <p:nvPr>
            <p:custDataLst>
              <p:tags r:id="rId5"/>
            </p:custDataLst>
          </p:nvPr>
        </p:nvSpPr>
        <p:spPr>
          <a:xfrm>
            <a:off x="6299521" y="1950085"/>
            <a:ext cx="5198563" cy="3831590"/>
          </a:xfrm>
          <a:prstGeom prst="roundRect">
            <a:avLst>
              <a:gd name="adj" fmla="val 6714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21206433" scaled="0"/>
          </a:gradFill>
          <a:ln w="3175" cap="flat" cmpd="sng" algn="ctr">
            <a:solidFill>
              <a:schemeClr val="accent1">
                <a:lumMod val="7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0" dist="101600" dir="5399998" algn="c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6"/>
            </p:custDataLst>
          </p:nvPr>
        </p:nvSpPr>
        <p:spPr>
          <a:xfrm>
            <a:off x="6849614" y="2913699"/>
            <a:ext cx="4647836" cy="734939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11" h="1157">
                <a:moveTo>
                  <a:pt x="193" y="0"/>
                </a:moveTo>
                <a:lnTo>
                  <a:pt x="4866" y="0"/>
                </a:lnTo>
                <a:cubicBezTo>
                  <a:pt x="4873" y="0"/>
                  <a:pt x="4879" y="0"/>
                  <a:pt x="4886" y="1"/>
                </a:cubicBezTo>
                <a:lnTo>
                  <a:pt x="4886" y="1"/>
                </a:lnTo>
                <a:lnTo>
                  <a:pt x="6711" y="1"/>
                </a:lnTo>
                <a:lnTo>
                  <a:pt x="6711" y="1156"/>
                </a:lnTo>
                <a:lnTo>
                  <a:pt x="4886" y="1156"/>
                </a:lnTo>
                <a:lnTo>
                  <a:pt x="4886" y="1156"/>
                </a:lnTo>
                <a:cubicBezTo>
                  <a:pt x="4879" y="1157"/>
                  <a:pt x="4873" y="1157"/>
                  <a:pt x="4866" y="1157"/>
                </a:cubicBezTo>
                <a:lnTo>
                  <a:pt x="193" y="1157"/>
                </a:lnTo>
                <a:cubicBezTo>
                  <a:pt x="86" y="1157"/>
                  <a:pt x="0" y="1071"/>
                  <a:pt x="0" y="964"/>
                </a:cubicBezTo>
                <a:lnTo>
                  <a:pt x="0" y="193"/>
                </a:lnTo>
                <a:cubicBezTo>
                  <a:pt x="0" y="86"/>
                  <a:pt x="86" y="0"/>
                  <a:pt x="193" y="0"/>
                </a:cubicBezTo>
                <a:close/>
              </a:path>
            </a:pathLst>
          </a:custGeom>
          <a:solidFill>
            <a:schemeClr val="lt1"/>
          </a:solidFill>
        </p:spPr>
        <p:txBody>
          <a:bodyPr wrap="square" lIns="444183" tIns="83185" rIns="1030287" bIns="82550" rtlCol="0" anchor="ctr">
            <a:noAutofit/>
          </a:bodyPr>
          <a:p>
            <a:pPr algn="ctr"/>
            <a:r>
              <a:rPr lang="zh-CN" altLang="zh-CN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情节特点</a:t>
            </a:r>
            <a:endParaRPr lang="zh-CN" altLang="zh-CN" sz="2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2939257" y="2106982"/>
            <a:ext cx="711436" cy="65363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800" b="1" dirty="0">
              <a:solidFill>
                <a:schemeClr val="accent1">
                  <a:lumMod val="40000"/>
                  <a:lumOff val="6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695325" y="3802380"/>
            <a:ext cx="5198745" cy="1856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全剧共 24 集，每一集的情节都紧密围绕着主线剧情推进，同时又有各自独立的小高潮和悬念点。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8543085" y="2106982"/>
            <a:ext cx="711436" cy="65363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800" b="1">
              <a:solidFill>
                <a:schemeClr val="accent1">
                  <a:lumMod val="40000"/>
                  <a:lumOff val="6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6849614" y="3956080"/>
            <a:ext cx="4363261" cy="14152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通过多集的故事层层递进，逐步深入地展现出整个充满神秘色彩的世界观，以及主角们在其中的成长与冒险历程</a:t>
            </a:r>
            <a:r>
              <a:rPr lang="zh-CN" altLang="en-US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主要人物</a:t>
            </a:r>
            <a:endParaRPr lang="zh-CN" altLang="en-US"/>
          </a:p>
        </p:txBody>
      </p:sp>
      <p:sp>
        <p:nvSpPr>
          <p:cNvPr id="8" name="椭圆 15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357287" y="1647563"/>
            <a:ext cx="4032022" cy="4032022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2"/>
          <p:cNvSpPr/>
          <p:nvPr>
            <p:custDataLst>
              <p:tags r:id="rId3"/>
            </p:custDataLst>
          </p:nvPr>
        </p:nvSpPr>
        <p:spPr>
          <a:xfrm>
            <a:off x="2032295" y="2386711"/>
            <a:ext cx="2905141" cy="1577472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女主，拥有漫长生命的偷命师。内心封闭，性格坚韧、冷静理智。外表冷漠，内心善良且富有责任感。在偷命过程中，与男主产生情感纠葛，一次次冒险中解开心结，探寻家族秘密。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3"/>
          <p:cNvSpPr/>
          <p:nvPr>
            <p:custDataLst>
              <p:tags r:id="rId4"/>
            </p:custDataLst>
          </p:nvPr>
        </p:nvSpPr>
        <p:spPr>
          <a:xfrm>
            <a:off x="2187870" y="2018409"/>
            <a:ext cx="2905141" cy="36830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kern="0">
                <a:solidFill>
                  <a:schemeClr val="accent1"/>
                </a:solidFill>
                <a:latin typeface="+mn-ea"/>
                <a:cs typeface="+mn-ea"/>
              </a:rPr>
              <a:t>南星</a:t>
            </a:r>
            <a:endParaRPr lang="zh-CN" altLang="en-US" sz="2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椭圆 5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455730" y="1647563"/>
            <a:ext cx="4032022" cy="4032022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4"/>
          <p:cNvSpPr/>
          <p:nvPr>
            <p:custDataLst>
              <p:tags r:id="rId6"/>
            </p:custDataLst>
          </p:nvPr>
        </p:nvSpPr>
        <p:spPr>
          <a:xfrm>
            <a:off x="7219638" y="2386711"/>
            <a:ext cx="2905141" cy="1577472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男主，身份神秘。性格开朗、玩世不恭，肩负着不为人知的使命。与南星相遇后，被她的独特气质所吸引，从互相试探到携手合作，成为南星在冒险途中的重要伙伴和情感依托。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6"/>
          <p:cNvSpPr/>
          <p:nvPr>
            <p:custDataLst>
              <p:tags r:id="rId7"/>
            </p:custDataLst>
          </p:nvPr>
        </p:nvSpPr>
        <p:spPr>
          <a:xfrm>
            <a:off x="7219638" y="2018409"/>
            <a:ext cx="2905141" cy="36830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kern="0">
                <a:solidFill>
                  <a:schemeClr val="accent1"/>
                </a:solidFill>
                <a:latin typeface="+mn-ea"/>
                <a:cs typeface="+mn-ea"/>
              </a:rPr>
              <a:t>邱辞</a:t>
            </a:r>
            <a:endParaRPr lang="zh-CN" altLang="en-US" sz="2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/>
          <a:p>
            <a:r>
              <a:rPr lang="zh-CN" altLang="en-US" dirty="0"/>
              <a:t>情节梗概</a:t>
            </a:r>
            <a:endParaRPr lang="zh-CN" altLang="en-US" dirty="0"/>
          </a:p>
        </p:txBody>
      </p:sp>
      <p:sp>
        <p:nvSpPr>
          <p:cNvPr id="5" name="圆角矩形 3"/>
          <p:cNvSpPr/>
          <p:nvPr>
            <p:custDataLst>
              <p:tags r:id="rId2"/>
            </p:custDataLst>
          </p:nvPr>
        </p:nvSpPr>
        <p:spPr>
          <a:xfrm>
            <a:off x="205874" y="1634706"/>
            <a:ext cx="3158131" cy="4278094"/>
          </a:xfrm>
          <a:prstGeom prst="roundRect">
            <a:avLst>
              <a:gd name="adj" fmla="val 55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292735" y="2514600"/>
            <a:ext cx="2831465" cy="322580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南星初登场，展现偷命师的日常工作，在一次偷命任务中，意外与邱辞相遇，两人因误会产生冲突，一番交手后不打不相识。在此期间，南星发现一系列偷命事件背后似乎隐藏着不寻常的阴谋，且与自己家族的灭门惨案隐隐相关。</a:t>
            </a:r>
            <a:endParaRPr lang="zh-CN" altLang="en-US" sz="1600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692775" y="1869143"/>
            <a:ext cx="1870812" cy="40483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前六集</a:t>
            </a:r>
            <a:endParaRPr lang="zh-CN" altLang="en-US" sz="24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1892997" y="2004725"/>
            <a:ext cx="773744" cy="5884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zh-CN" altLang="en-US" sz="32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圆角矩形 9"/>
          <p:cNvSpPr/>
          <p:nvPr>
            <p:custDataLst>
              <p:tags r:id="rId6"/>
            </p:custDataLst>
          </p:nvPr>
        </p:nvSpPr>
        <p:spPr>
          <a:xfrm>
            <a:off x="3633014" y="1634424"/>
            <a:ext cx="2595151" cy="42787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3" name="矩形 22"/>
          <p:cNvSpPr/>
          <p:nvPr>
            <p:custDataLst>
              <p:tags r:id="rId7"/>
            </p:custDataLst>
          </p:nvPr>
        </p:nvSpPr>
        <p:spPr>
          <a:xfrm>
            <a:off x="5116374" y="2179780"/>
            <a:ext cx="773744" cy="51488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BFBFBF"/>
                </a:solidFill>
                <a:latin typeface="+mn-ea"/>
                <a:cs typeface="+mn-ea"/>
              </a:rPr>
              <a:t>02</a:t>
            </a:r>
            <a:endParaRPr lang="zh-CN" altLang="en-US" sz="2800">
              <a:solidFill>
                <a:srgbClr val="BFBFBF"/>
              </a:solidFill>
              <a:latin typeface="+mn-ea"/>
              <a:cs typeface="+mn-ea"/>
            </a:endParaRPr>
          </a:p>
        </p:txBody>
      </p:sp>
      <p:sp>
        <p:nvSpPr>
          <p:cNvPr id="25" name="圆角矩形 14"/>
          <p:cNvSpPr/>
          <p:nvPr>
            <p:custDataLst>
              <p:tags r:id="rId8"/>
            </p:custDataLst>
          </p:nvPr>
        </p:nvSpPr>
        <p:spPr>
          <a:xfrm>
            <a:off x="6401665" y="1633756"/>
            <a:ext cx="2800014" cy="428009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8196808" y="1869482"/>
            <a:ext cx="773744" cy="51488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BFBFBF"/>
                </a:solidFill>
                <a:latin typeface="+mn-ea"/>
                <a:cs typeface="+mn-ea"/>
              </a:rPr>
              <a:t>03</a:t>
            </a:r>
            <a:endParaRPr lang="zh-CN" altLang="en-US" sz="2800">
              <a:solidFill>
                <a:srgbClr val="BFBFBF"/>
              </a:solidFill>
              <a:latin typeface="+mn-ea"/>
              <a:cs typeface="+mn-ea"/>
            </a:endParaRPr>
          </a:p>
        </p:txBody>
      </p:sp>
      <p:sp>
        <p:nvSpPr>
          <p:cNvPr id="27" name="圆角矩形 19"/>
          <p:cNvSpPr/>
          <p:nvPr>
            <p:custDataLst>
              <p:tags r:id="rId10"/>
            </p:custDataLst>
          </p:nvPr>
        </p:nvSpPr>
        <p:spPr>
          <a:xfrm>
            <a:off x="9361164" y="1635091"/>
            <a:ext cx="2595151" cy="427809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1"/>
            </p:custDataLst>
          </p:nvPr>
        </p:nvSpPr>
        <p:spPr>
          <a:xfrm>
            <a:off x="11194252" y="1855302"/>
            <a:ext cx="499144" cy="51516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BFBFBF"/>
                </a:solidFill>
                <a:latin typeface="+mn-ea"/>
                <a:cs typeface="+mn-ea"/>
              </a:rPr>
              <a:t>04</a:t>
            </a:r>
            <a:endParaRPr lang="zh-CN" altLang="en-US" sz="2800">
              <a:solidFill>
                <a:srgbClr val="BFBFBF"/>
              </a:solidFill>
              <a:latin typeface="+mn-ea"/>
              <a:cs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3769360" y="2747010"/>
            <a:ext cx="2226310" cy="306260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南星和邱辞携手调查奇案，通过 “人形灯笼”“饕餮酒盏” 案件。两人历经艰险，终于在破解谜题的同时，离阴谋的真相又近了一步，还意外发现了反派的一些线索。</a:t>
            </a:r>
            <a:endParaRPr lang="zh-CN" altLang="en-US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3827867" y="1758542"/>
            <a:ext cx="1639570" cy="515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dirty="0">
                <a:solidFill>
                  <a:schemeClr val="accent1"/>
                </a:solidFill>
                <a:latin typeface="+mn-ea"/>
                <a:cs typeface="+mn-ea"/>
              </a:rPr>
              <a:t>七至十二集</a:t>
            </a:r>
            <a:endParaRPr lang="zh-CN" altLang="en-US" sz="19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6557010" y="2514600"/>
            <a:ext cx="2407285" cy="309118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南星和邱辞遭遇了更多危险和挑战，不仅要应对各种神秘的古董灵物和诡异的灵异现象，还要小心反派的暗中算计。在 “鱼纹香炉”案件</a:t>
            </a:r>
            <a:r>
              <a:rPr lang="zh-CN" altLang="en-US" sz="160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中引来了反派的疯狂追杀，两人在生死边缘不断挣扎，感情也在患难中迅速升温。</a:t>
            </a:r>
            <a:endParaRPr lang="zh-CN" altLang="en-US" sz="160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矩形 34"/>
          <p:cNvSpPr/>
          <p:nvPr>
            <p:custDataLst>
              <p:tags r:id="rId15"/>
            </p:custDataLst>
          </p:nvPr>
        </p:nvSpPr>
        <p:spPr>
          <a:xfrm>
            <a:off x="6431280" y="1954530"/>
            <a:ext cx="2102485" cy="2451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dirty="0">
                <a:solidFill>
                  <a:schemeClr val="accent1"/>
                </a:solidFill>
                <a:latin typeface="+mn-ea"/>
                <a:cs typeface="+mn-ea"/>
              </a:rPr>
              <a:t>十三至十八集</a:t>
            </a:r>
            <a:endParaRPr lang="zh-CN" altLang="en-US" sz="19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6"/>
            </p:custDataLst>
          </p:nvPr>
        </p:nvSpPr>
        <p:spPr>
          <a:xfrm>
            <a:off x="9467850" y="2449195"/>
            <a:ext cx="2453005" cy="346329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南星和邱辞终于揭开了反派的惊天阴谋，他们凭借着智慧、勇气以及</a:t>
            </a:r>
            <a:r>
              <a:rPr lang="zh-CN" altLang="en-US" sz="160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彼此深厚的信任，与反派展开了一场惊心动魄的较量。最终成功击败反派，拯救了世界。南星也终于解开了心结，和邱辞一起迎接新的生活，同时也为整个故事画上了一个圆满而又充满希望的句号。</a:t>
            </a:r>
            <a:endParaRPr lang="zh-CN" altLang="en-US" sz="160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7" name="矩形 36"/>
          <p:cNvSpPr/>
          <p:nvPr>
            <p:custDataLst>
              <p:tags r:id="rId17"/>
            </p:custDataLst>
          </p:nvPr>
        </p:nvSpPr>
        <p:spPr>
          <a:xfrm>
            <a:off x="9478645" y="1875155"/>
            <a:ext cx="2059305" cy="3244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>
                <a:solidFill>
                  <a:schemeClr val="accent1"/>
                </a:solidFill>
                <a:latin typeface="+mn-ea"/>
                <a:cs typeface="+mn-ea"/>
              </a:rPr>
              <a:t>十</a:t>
            </a:r>
            <a:r>
              <a:rPr lang="zh-CN" altLang="en-US" sz="1900" b="1">
                <a:solidFill>
                  <a:schemeClr val="accent1"/>
                </a:solidFill>
                <a:latin typeface="+mn-ea"/>
                <a:cs typeface="+mn-ea"/>
              </a:rPr>
              <a:t>九至二十四集</a:t>
            </a:r>
            <a:endParaRPr lang="zh-CN" altLang="en-US" sz="19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故事亮点</a:t>
            </a:r>
            <a:endParaRPr lang="zh-CN" altLang="en-US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848995" y="2567940"/>
            <a:ext cx="2428875" cy="33127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偷命师” 和古董灵物的设定新颖独特，将灵异元素与历史文化相结合，赋予了故事深厚的文化底蕴</a:t>
            </a:r>
            <a:r>
              <a:rPr lang="zh-CN" altLang="en-US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和神秘色彩，区别于传统的奇幻悬疑题材，能够吸引观众的好奇心。</a:t>
            </a:r>
            <a:endParaRPr lang="zh-CN" altLang="en-US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879344" y="2217445"/>
            <a:ext cx="1593890" cy="319413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独特的</a:t>
            </a: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设定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942210" y="1226185"/>
            <a:ext cx="1171604" cy="991895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7200" b="1" kern="0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3735070" y="2567940"/>
            <a:ext cx="2408555" cy="369062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每个单元都有独立的故事和主题，能够满足观众不同的情感需求和观剧体验。同时，单元故事又紧密围绕主线剧情展开，使整个剧集既有丰富的情节，又有连贯的叙事结构，增强观众的追看性。</a:t>
            </a:r>
            <a:endParaRPr lang="zh-CN" altLang="en-US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3710879" y="2210460"/>
            <a:ext cx="1551344" cy="2692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单元剧模式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3731835" y="1252856"/>
            <a:ext cx="1325278" cy="86933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6400" b="1" kern="0" dirty="0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en-US" altLang="zh-CN" sz="64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6488430" y="2546350"/>
            <a:ext cx="2479675" cy="410400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注重主角的人物成长和情感刻画。南星从一个封闭内心、独来独往的偷命师，在与邱辞的相处和冒险中，逐渐打开心扉，学会信任和爱；邱辞也在帮助南星的过程中，完成了自己的使命，实现了自我价值。</a:t>
            </a:r>
            <a:endParaRPr lang="zh-CN" altLang="en-US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6555115" y="2153943"/>
            <a:ext cx="1543089" cy="3924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人物成长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6554997" y="1225879"/>
            <a:ext cx="1325214" cy="99163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7200" b="1" kern="0" dirty="0">
                <a:solidFill>
                  <a:schemeClr val="accent1"/>
                </a:solidFill>
                <a:latin typeface="+mn-ea"/>
                <a:cs typeface="+mn-ea"/>
              </a:rPr>
              <a:t>03</a:t>
            </a:r>
            <a:endParaRPr lang="zh-CN" altLang="en-US" sz="72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9244965" y="2598420"/>
            <a:ext cx="2293620" cy="381762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通过一个个单元故事，深入探讨了人性的善恶、美丑、贪婪、背叛、守护等多面性。观众在欣赏奇幻冒险的同时，也能对人性进行思考，使剧集具有一定的思想深度。</a:t>
            </a:r>
            <a:endParaRPr lang="zh-CN" altLang="en-US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2"/>
            </p:custDataLst>
          </p:nvPr>
        </p:nvSpPr>
        <p:spPr>
          <a:xfrm>
            <a:off x="9312910" y="2215515"/>
            <a:ext cx="1409065" cy="3829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人性探讨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9378220" y="1225879"/>
            <a:ext cx="1325214" cy="99163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7200" b="1" kern="0">
                <a:solidFill>
                  <a:schemeClr val="accent1"/>
                </a:solidFill>
                <a:latin typeface="+mn-ea"/>
                <a:cs typeface="+mn-ea"/>
              </a:rPr>
              <a:t>04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14"/>
            </p:custDataLst>
          </p:nvPr>
        </p:nvCxnSpPr>
        <p:spPr>
          <a:xfrm>
            <a:off x="737100" y="1225879"/>
            <a:ext cx="0" cy="4427198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15"/>
            </p:custDataLst>
          </p:nvPr>
        </p:nvCxnSpPr>
        <p:spPr>
          <a:xfrm>
            <a:off x="3543178" y="1225879"/>
            <a:ext cx="0" cy="4427198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16"/>
            </p:custDataLst>
          </p:nvPr>
        </p:nvCxnSpPr>
        <p:spPr>
          <a:xfrm>
            <a:off x="6349256" y="1225879"/>
            <a:ext cx="0" cy="4427198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17"/>
            </p:custDataLst>
          </p:nvPr>
        </p:nvCxnSpPr>
        <p:spPr>
          <a:xfrm>
            <a:off x="9173114" y="1225879"/>
            <a:ext cx="0" cy="4427198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280271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制作团队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1714" y="1577285"/>
            <a:ext cx="9144000" cy="1224000"/>
          </a:xfrm>
        </p:spPr>
        <p:txBody>
          <a:bodyPr/>
          <a:lstStyle/>
          <a:p>
            <a:r>
              <a:rPr lang="zh-CN" altLang="en-US" dirty="0"/>
              <a:t>04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导演：巨兴茂</a:t>
            </a:r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659765" y="2503170"/>
            <a:ext cx="5185410" cy="381698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4"/>
          <p:cNvSpPr/>
          <p:nvPr>
            <p:custDataLst>
              <p:tags r:id="rId3"/>
            </p:custDataLst>
          </p:nvPr>
        </p:nvSpPr>
        <p:spPr>
          <a:xfrm>
            <a:off x="1000760" y="3734435"/>
            <a:ext cx="4486275" cy="25850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巨兴茂执导了《灵魂摆渡》系列网剧及衍生电影《黄泉篇》，其风格兼具惊悚与温情，擅长用低成本打造高质量视觉效果。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他曾在剧中客串角色（如《黄泉》中的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“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鬼头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”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），并灵活调整拍摄计划，如因原便利店被拆而将场景迁至山东海阳。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圆角矩形 59"/>
          <p:cNvSpPr/>
          <p:nvPr>
            <p:custDataLst>
              <p:tags r:id="rId4"/>
            </p:custDataLst>
          </p:nvPr>
        </p:nvSpPr>
        <p:spPr>
          <a:xfrm>
            <a:off x="960970" y="1969528"/>
            <a:ext cx="792490" cy="77664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9" name="直接连接符 79"/>
          <p:cNvCxnSpPr/>
          <p:nvPr>
            <p:custDataLst>
              <p:tags r:id="rId5"/>
            </p:custDataLst>
          </p:nvPr>
        </p:nvCxnSpPr>
        <p:spPr>
          <a:xfrm flipV="1">
            <a:off x="915956" y="3536756"/>
            <a:ext cx="465540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5"/>
          <p:cNvSpPr/>
          <p:nvPr>
            <p:custDataLst>
              <p:tags r:id="rId6"/>
            </p:custDataLst>
          </p:nvPr>
        </p:nvSpPr>
        <p:spPr>
          <a:xfrm>
            <a:off x="964140" y="2942072"/>
            <a:ext cx="4485492" cy="44252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导演专长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" name="矩形: 圆角 2"/>
          <p:cNvSpPr/>
          <p:nvPr>
            <p:custDataLst>
              <p:tags r:id="rId7"/>
            </p:custDataLst>
          </p:nvPr>
        </p:nvSpPr>
        <p:spPr>
          <a:xfrm>
            <a:off x="6384770" y="2503349"/>
            <a:ext cx="5094124" cy="360678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矩形 6"/>
          <p:cNvSpPr/>
          <p:nvPr>
            <p:custDataLst>
              <p:tags r:id="rId8"/>
            </p:custDataLst>
          </p:nvPr>
        </p:nvSpPr>
        <p:spPr>
          <a:xfrm>
            <a:off x="6689086" y="3739633"/>
            <a:ext cx="4486126" cy="21771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善于挖掘演员潜力，塑造鲜明角色，提升表演层次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9" name="圆角矩形 39"/>
          <p:cNvSpPr/>
          <p:nvPr>
            <p:custDataLst>
              <p:tags r:id="rId9"/>
            </p:custDataLst>
          </p:nvPr>
        </p:nvSpPr>
        <p:spPr>
          <a:xfrm>
            <a:off x="6649144" y="1969528"/>
            <a:ext cx="792490" cy="77664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0" name="直接连接符 73"/>
          <p:cNvCxnSpPr/>
          <p:nvPr>
            <p:custDataLst>
              <p:tags r:id="rId10"/>
            </p:custDataLst>
          </p:nvPr>
        </p:nvCxnSpPr>
        <p:spPr>
          <a:xfrm flipV="1">
            <a:off x="6604765" y="3542462"/>
            <a:ext cx="4654768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7"/>
          <p:cNvSpPr/>
          <p:nvPr>
            <p:custDataLst>
              <p:tags r:id="rId11"/>
            </p:custDataLst>
          </p:nvPr>
        </p:nvSpPr>
        <p:spPr>
          <a:xfrm>
            <a:off x="6604635" y="2941955"/>
            <a:ext cx="1707515" cy="442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演员指导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7" name="任意多边形: 形状 356"/>
          <p:cNvSpPr/>
          <p:nvPr>
            <p:custDataLst>
              <p:tags r:id="rId1"/>
            </p:custDataLst>
          </p:nvPr>
        </p:nvSpPr>
        <p:spPr>
          <a:xfrm>
            <a:off x="673100" y="1801495"/>
            <a:ext cx="10904220" cy="4461510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  <a:effectLst>
            <a:outerShdw blurRad="762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编剧：小吉祥天</a:t>
            </a:r>
            <a:r>
              <a:rPr lang="en-US" altLang="zh-CN"/>
              <a:t>&amp;</a:t>
            </a:r>
            <a:r>
              <a:rPr lang="zh-CN" altLang="en-US"/>
              <a:t>一枚铜钱</a:t>
            </a:r>
            <a:endParaRPr lang="zh-CN" altLang="en-US"/>
          </a:p>
        </p:txBody>
      </p:sp>
      <p:sp>
        <p:nvSpPr>
          <p:cNvPr id="11" name="任意多边形: 形状 1388"/>
          <p:cNvSpPr/>
          <p:nvPr>
            <p:custDataLst>
              <p:tags r:id="rId3"/>
            </p:custDataLst>
          </p:nvPr>
        </p:nvSpPr>
        <p:spPr>
          <a:xfrm>
            <a:off x="673100" y="1717675"/>
            <a:ext cx="10904220" cy="4562475"/>
          </a:xfrm>
          <a:custGeom>
            <a:avLst/>
            <a:gdLst>
              <a:gd name="connsiteX0" fmla="*/ 4515326 w 4682585"/>
              <a:gd name="connsiteY0" fmla="*/ 1881473 h 2174272"/>
              <a:gd name="connsiteX1" fmla="*/ 4515326 w 4682585"/>
              <a:gd name="connsiteY1" fmla="*/ 2028063 h 2174272"/>
              <a:gd name="connsiteX2" fmla="*/ 4673060 w 4682585"/>
              <a:gd name="connsiteY2" fmla="*/ 2028063 h 2174272"/>
              <a:gd name="connsiteX3" fmla="*/ 4673060 w 4682585"/>
              <a:gd name="connsiteY3" fmla="*/ 1881473 h 2174272"/>
              <a:gd name="connsiteX4" fmla="*/ 4348068 w 4682585"/>
              <a:gd name="connsiteY4" fmla="*/ 1881473 h 2174272"/>
              <a:gd name="connsiteX5" fmla="*/ 4348068 w 4682585"/>
              <a:gd name="connsiteY5" fmla="*/ 2028063 h 2174272"/>
              <a:gd name="connsiteX6" fmla="*/ 4505801 w 4682585"/>
              <a:gd name="connsiteY6" fmla="*/ 2028063 h 2174272"/>
              <a:gd name="connsiteX7" fmla="*/ 4505801 w 4682585"/>
              <a:gd name="connsiteY7" fmla="*/ 1881473 h 2174272"/>
              <a:gd name="connsiteX8" fmla="*/ 4180809 w 4682585"/>
              <a:gd name="connsiteY8" fmla="*/ 1881473 h 2174272"/>
              <a:gd name="connsiteX9" fmla="*/ 4180809 w 4682585"/>
              <a:gd name="connsiteY9" fmla="*/ 2028063 h 2174272"/>
              <a:gd name="connsiteX10" fmla="*/ 4338543 w 4682585"/>
              <a:gd name="connsiteY10" fmla="*/ 2028063 h 2174272"/>
              <a:gd name="connsiteX11" fmla="*/ 4338543 w 4682585"/>
              <a:gd name="connsiteY11" fmla="*/ 1881473 h 2174272"/>
              <a:gd name="connsiteX12" fmla="*/ 4013550 w 4682585"/>
              <a:gd name="connsiteY12" fmla="*/ 1881473 h 2174272"/>
              <a:gd name="connsiteX13" fmla="*/ 4013550 w 4682585"/>
              <a:gd name="connsiteY13" fmla="*/ 2028063 h 2174272"/>
              <a:gd name="connsiteX14" fmla="*/ 4171284 w 4682585"/>
              <a:gd name="connsiteY14" fmla="*/ 2028063 h 2174272"/>
              <a:gd name="connsiteX15" fmla="*/ 4171284 w 4682585"/>
              <a:gd name="connsiteY15" fmla="*/ 1881473 h 2174272"/>
              <a:gd name="connsiteX16" fmla="*/ 3846291 w 4682585"/>
              <a:gd name="connsiteY16" fmla="*/ 1881473 h 2174272"/>
              <a:gd name="connsiteX17" fmla="*/ 3846291 w 4682585"/>
              <a:gd name="connsiteY17" fmla="*/ 2028063 h 2174272"/>
              <a:gd name="connsiteX18" fmla="*/ 4004025 w 4682585"/>
              <a:gd name="connsiteY18" fmla="*/ 2028063 h 2174272"/>
              <a:gd name="connsiteX19" fmla="*/ 4004025 w 4682585"/>
              <a:gd name="connsiteY19" fmla="*/ 1881473 h 2174272"/>
              <a:gd name="connsiteX20" fmla="*/ 3678936 w 4682585"/>
              <a:gd name="connsiteY20" fmla="*/ 1881473 h 2174272"/>
              <a:gd name="connsiteX21" fmla="*/ 3678936 w 4682585"/>
              <a:gd name="connsiteY21" fmla="*/ 2028063 h 2174272"/>
              <a:gd name="connsiteX22" fmla="*/ 3836766 w 4682585"/>
              <a:gd name="connsiteY22" fmla="*/ 2028063 h 2174272"/>
              <a:gd name="connsiteX23" fmla="*/ 3836766 w 4682585"/>
              <a:gd name="connsiteY23" fmla="*/ 1881473 h 2174272"/>
              <a:gd name="connsiteX24" fmla="*/ 3511677 w 4682585"/>
              <a:gd name="connsiteY24" fmla="*/ 1881473 h 2174272"/>
              <a:gd name="connsiteX25" fmla="*/ 3511677 w 4682585"/>
              <a:gd name="connsiteY25" fmla="*/ 2028063 h 2174272"/>
              <a:gd name="connsiteX26" fmla="*/ 3669411 w 4682585"/>
              <a:gd name="connsiteY26" fmla="*/ 2028063 h 2174272"/>
              <a:gd name="connsiteX27" fmla="*/ 3669411 w 4682585"/>
              <a:gd name="connsiteY27" fmla="*/ 1881473 h 2174272"/>
              <a:gd name="connsiteX28" fmla="*/ 3344418 w 4682585"/>
              <a:gd name="connsiteY28" fmla="*/ 1881473 h 2174272"/>
              <a:gd name="connsiteX29" fmla="*/ 3344418 w 4682585"/>
              <a:gd name="connsiteY29" fmla="*/ 2028063 h 2174272"/>
              <a:gd name="connsiteX30" fmla="*/ 3502152 w 4682585"/>
              <a:gd name="connsiteY30" fmla="*/ 2028063 h 2174272"/>
              <a:gd name="connsiteX31" fmla="*/ 3502152 w 4682585"/>
              <a:gd name="connsiteY31" fmla="*/ 1881473 h 2174272"/>
              <a:gd name="connsiteX32" fmla="*/ 3177159 w 4682585"/>
              <a:gd name="connsiteY32" fmla="*/ 1881473 h 2174272"/>
              <a:gd name="connsiteX33" fmla="*/ 3177159 w 4682585"/>
              <a:gd name="connsiteY33" fmla="*/ 2028063 h 2174272"/>
              <a:gd name="connsiteX34" fmla="*/ 3334893 w 4682585"/>
              <a:gd name="connsiteY34" fmla="*/ 2028063 h 2174272"/>
              <a:gd name="connsiteX35" fmla="*/ 3334893 w 4682585"/>
              <a:gd name="connsiteY35" fmla="*/ 1881473 h 2174272"/>
              <a:gd name="connsiteX36" fmla="*/ 3009900 w 4682585"/>
              <a:gd name="connsiteY36" fmla="*/ 1881473 h 2174272"/>
              <a:gd name="connsiteX37" fmla="*/ 3009900 w 4682585"/>
              <a:gd name="connsiteY37" fmla="*/ 2028063 h 2174272"/>
              <a:gd name="connsiteX38" fmla="*/ 3167634 w 4682585"/>
              <a:gd name="connsiteY38" fmla="*/ 2028063 h 2174272"/>
              <a:gd name="connsiteX39" fmla="*/ 3167634 w 4682585"/>
              <a:gd name="connsiteY39" fmla="*/ 1881473 h 2174272"/>
              <a:gd name="connsiteX40" fmla="*/ 2842641 w 4682585"/>
              <a:gd name="connsiteY40" fmla="*/ 1881473 h 2174272"/>
              <a:gd name="connsiteX41" fmla="*/ 2842641 w 4682585"/>
              <a:gd name="connsiteY41" fmla="*/ 2028063 h 2174272"/>
              <a:gd name="connsiteX42" fmla="*/ 3000375 w 4682585"/>
              <a:gd name="connsiteY42" fmla="*/ 2028063 h 2174272"/>
              <a:gd name="connsiteX43" fmla="*/ 3000375 w 4682585"/>
              <a:gd name="connsiteY43" fmla="*/ 1881473 h 2174272"/>
              <a:gd name="connsiteX44" fmla="*/ 2675382 w 4682585"/>
              <a:gd name="connsiteY44" fmla="*/ 1881473 h 2174272"/>
              <a:gd name="connsiteX45" fmla="*/ 2675382 w 4682585"/>
              <a:gd name="connsiteY45" fmla="*/ 2028063 h 2174272"/>
              <a:gd name="connsiteX46" fmla="*/ 2833116 w 4682585"/>
              <a:gd name="connsiteY46" fmla="*/ 2028063 h 2174272"/>
              <a:gd name="connsiteX47" fmla="*/ 2833116 w 4682585"/>
              <a:gd name="connsiteY47" fmla="*/ 1881473 h 2174272"/>
              <a:gd name="connsiteX48" fmla="*/ 2508123 w 4682585"/>
              <a:gd name="connsiteY48" fmla="*/ 1881473 h 2174272"/>
              <a:gd name="connsiteX49" fmla="*/ 2508123 w 4682585"/>
              <a:gd name="connsiteY49" fmla="*/ 2028063 h 2174272"/>
              <a:gd name="connsiteX50" fmla="*/ 2665857 w 4682585"/>
              <a:gd name="connsiteY50" fmla="*/ 2028063 h 2174272"/>
              <a:gd name="connsiteX51" fmla="*/ 2665857 w 4682585"/>
              <a:gd name="connsiteY51" fmla="*/ 1881473 h 2174272"/>
              <a:gd name="connsiteX52" fmla="*/ 2340864 w 4682585"/>
              <a:gd name="connsiteY52" fmla="*/ 1881473 h 2174272"/>
              <a:gd name="connsiteX53" fmla="*/ 2340864 w 4682585"/>
              <a:gd name="connsiteY53" fmla="*/ 2028063 h 2174272"/>
              <a:gd name="connsiteX54" fmla="*/ 2498598 w 4682585"/>
              <a:gd name="connsiteY54" fmla="*/ 2028063 h 2174272"/>
              <a:gd name="connsiteX55" fmla="*/ 2498598 w 4682585"/>
              <a:gd name="connsiteY55" fmla="*/ 1881473 h 2174272"/>
              <a:gd name="connsiteX56" fmla="*/ 2173510 w 4682585"/>
              <a:gd name="connsiteY56" fmla="*/ 1881473 h 2174272"/>
              <a:gd name="connsiteX57" fmla="*/ 2173510 w 4682585"/>
              <a:gd name="connsiteY57" fmla="*/ 2028063 h 2174272"/>
              <a:gd name="connsiteX58" fmla="*/ 2331339 w 4682585"/>
              <a:gd name="connsiteY58" fmla="*/ 2028063 h 2174272"/>
              <a:gd name="connsiteX59" fmla="*/ 2331339 w 4682585"/>
              <a:gd name="connsiteY59" fmla="*/ 1881473 h 2174272"/>
              <a:gd name="connsiteX60" fmla="*/ 2006251 w 4682585"/>
              <a:gd name="connsiteY60" fmla="*/ 1881473 h 2174272"/>
              <a:gd name="connsiteX61" fmla="*/ 2006251 w 4682585"/>
              <a:gd name="connsiteY61" fmla="*/ 2028063 h 2174272"/>
              <a:gd name="connsiteX62" fmla="*/ 2163985 w 4682585"/>
              <a:gd name="connsiteY62" fmla="*/ 2028063 h 2174272"/>
              <a:gd name="connsiteX63" fmla="*/ 2163985 w 4682585"/>
              <a:gd name="connsiteY63" fmla="*/ 1881473 h 2174272"/>
              <a:gd name="connsiteX64" fmla="*/ 1838992 w 4682585"/>
              <a:gd name="connsiteY64" fmla="*/ 1881473 h 2174272"/>
              <a:gd name="connsiteX65" fmla="*/ 1838992 w 4682585"/>
              <a:gd name="connsiteY65" fmla="*/ 2028063 h 2174272"/>
              <a:gd name="connsiteX66" fmla="*/ 1996726 w 4682585"/>
              <a:gd name="connsiteY66" fmla="*/ 2028063 h 2174272"/>
              <a:gd name="connsiteX67" fmla="*/ 1996726 w 4682585"/>
              <a:gd name="connsiteY67" fmla="*/ 1881473 h 2174272"/>
              <a:gd name="connsiteX68" fmla="*/ 1671733 w 4682585"/>
              <a:gd name="connsiteY68" fmla="*/ 1881473 h 2174272"/>
              <a:gd name="connsiteX69" fmla="*/ 1671733 w 4682585"/>
              <a:gd name="connsiteY69" fmla="*/ 2028063 h 2174272"/>
              <a:gd name="connsiteX70" fmla="*/ 1829467 w 4682585"/>
              <a:gd name="connsiteY70" fmla="*/ 2028063 h 2174272"/>
              <a:gd name="connsiteX71" fmla="*/ 1829467 w 4682585"/>
              <a:gd name="connsiteY71" fmla="*/ 1881473 h 2174272"/>
              <a:gd name="connsiteX72" fmla="*/ 1504474 w 4682585"/>
              <a:gd name="connsiteY72" fmla="*/ 1881473 h 2174272"/>
              <a:gd name="connsiteX73" fmla="*/ 1504474 w 4682585"/>
              <a:gd name="connsiteY73" fmla="*/ 2028063 h 2174272"/>
              <a:gd name="connsiteX74" fmla="*/ 1662208 w 4682585"/>
              <a:gd name="connsiteY74" fmla="*/ 2028063 h 2174272"/>
              <a:gd name="connsiteX75" fmla="*/ 1662208 w 4682585"/>
              <a:gd name="connsiteY75" fmla="*/ 1881473 h 2174272"/>
              <a:gd name="connsiteX76" fmla="*/ 1337215 w 4682585"/>
              <a:gd name="connsiteY76" fmla="*/ 1881473 h 2174272"/>
              <a:gd name="connsiteX77" fmla="*/ 1337215 w 4682585"/>
              <a:gd name="connsiteY77" fmla="*/ 2028063 h 2174272"/>
              <a:gd name="connsiteX78" fmla="*/ 1494949 w 4682585"/>
              <a:gd name="connsiteY78" fmla="*/ 2028063 h 2174272"/>
              <a:gd name="connsiteX79" fmla="*/ 1494949 w 4682585"/>
              <a:gd name="connsiteY79" fmla="*/ 1881473 h 2174272"/>
              <a:gd name="connsiteX80" fmla="*/ 1169956 w 4682585"/>
              <a:gd name="connsiteY80" fmla="*/ 1881473 h 2174272"/>
              <a:gd name="connsiteX81" fmla="*/ 1169956 w 4682585"/>
              <a:gd name="connsiteY81" fmla="*/ 2028063 h 2174272"/>
              <a:gd name="connsiteX82" fmla="*/ 1327690 w 4682585"/>
              <a:gd name="connsiteY82" fmla="*/ 2028063 h 2174272"/>
              <a:gd name="connsiteX83" fmla="*/ 1327690 w 4682585"/>
              <a:gd name="connsiteY83" fmla="*/ 1881473 h 2174272"/>
              <a:gd name="connsiteX84" fmla="*/ 1002697 w 4682585"/>
              <a:gd name="connsiteY84" fmla="*/ 1881473 h 2174272"/>
              <a:gd name="connsiteX85" fmla="*/ 1002697 w 4682585"/>
              <a:gd name="connsiteY85" fmla="*/ 2028063 h 2174272"/>
              <a:gd name="connsiteX86" fmla="*/ 1160431 w 4682585"/>
              <a:gd name="connsiteY86" fmla="*/ 2028063 h 2174272"/>
              <a:gd name="connsiteX87" fmla="*/ 1160431 w 4682585"/>
              <a:gd name="connsiteY87" fmla="*/ 1881473 h 2174272"/>
              <a:gd name="connsiteX88" fmla="*/ 835438 w 4682585"/>
              <a:gd name="connsiteY88" fmla="*/ 1881473 h 2174272"/>
              <a:gd name="connsiteX89" fmla="*/ 835438 w 4682585"/>
              <a:gd name="connsiteY89" fmla="*/ 2028063 h 2174272"/>
              <a:gd name="connsiteX90" fmla="*/ 993172 w 4682585"/>
              <a:gd name="connsiteY90" fmla="*/ 2028063 h 2174272"/>
              <a:gd name="connsiteX91" fmla="*/ 993172 w 4682585"/>
              <a:gd name="connsiteY91" fmla="*/ 1881473 h 2174272"/>
              <a:gd name="connsiteX92" fmla="*/ 668179 w 4682585"/>
              <a:gd name="connsiteY92" fmla="*/ 1881473 h 2174272"/>
              <a:gd name="connsiteX93" fmla="*/ 668179 w 4682585"/>
              <a:gd name="connsiteY93" fmla="*/ 2028063 h 2174272"/>
              <a:gd name="connsiteX94" fmla="*/ 825913 w 4682585"/>
              <a:gd name="connsiteY94" fmla="*/ 2028063 h 2174272"/>
              <a:gd name="connsiteX95" fmla="*/ 825913 w 4682585"/>
              <a:gd name="connsiteY95" fmla="*/ 1881473 h 2174272"/>
              <a:gd name="connsiteX96" fmla="*/ 500920 w 4682585"/>
              <a:gd name="connsiteY96" fmla="*/ 1881473 h 2174272"/>
              <a:gd name="connsiteX97" fmla="*/ 500920 w 4682585"/>
              <a:gd name="connsiteY97" fmla="*/ 2028063 h 2174272"/>
              <a:gd name="connsiteX98" fmla="*/ 658654 w 4682585"/>
              <a:gd name="connsiteY98" fmla="*/ 2028063 h 2174272"/>
              <a:gd name="connsiteX99" fmla="*/ 658654 w 4682585"/>
              <a:gd name="connsiteY99" fmla="*/ 1881473 h 2174272"/>
              <a:gd name="connsiteX100" fmla="*/ 333566 w 4682585"/>
              <a:gd name="connsiteY100" fmla="*/ 1881473 h 2174272"/>
              <a:gd name="connsiteX101" fmla="*/ 333566 w 4682585"/>
              <a:gd name="connsiteY101" fmla="*/ 2028063 h 2174272"/>
              <a:gd name="connsiteX102" fmla="*/ 491395 w 4682585"/>
              <a:gd name="connsiteY102" fmla="*/ 2028063 h 2174272"/>
              <a:gd name="connsiteX103" fmla="*/ 491395 w 4682585"/>
              <a:gd name="connsiteY103" fmla="*/ 1881473 h 2174272"/>
              <a:gd name="connsiteX104" fmla="*/ 166307 w 4682585"/>
              <a:gd name="connsiteY104" fmla="*/ 1881473 h 2174272"/>
              <a:gd name="connsiteX105" fmla="*/ 166307 w 4682585"/>
              <a:gd name="connsiteY105" fmla="*/ 2028063 h 2174272"/>
              <a:gd name="connsiteX106" fmla="*/ 324041 w 4682585"/>
              <a:gd name="connsiteY106" fmla="*/ 2028063 h 2174272"/>
              <a:gd name="connsiteX107" fmla="*/ 324041 w 4682585"/>
              <a:gd name="connsiteY107" fmla="*/ 1881473 h 2174272"/>
              <a:gd name="connsiteX108" fmla="*/ 9525 w 4682585"/>
              <a:gd name="connsiteY108" fmla="*/ 1881473 h 2174272"/>
              <a:gd name="connsiteX109" fmla="*/ 9525 w 4682585"/>
              <a:gd name="connsiteY109" fmla="*/ 2028063 h 2174272"/>
              <a:gd name="connsiteX110" fmla="*/ 156782 w 4682585"/>
              <a:gd name="connsiteY110" fmla="*/ 2028063 h 2174272"/>
              <a:gd name="connsiteX111" fmla="*/ 156782 w 4682585"/>
              <a:gd name="connsiteY111" fmla="*/ 1881473 h 2174272"/>
              <a:gd name="connsiteX112" fmla="*/ 4515326 w 4682585"/>
              <a:gd name="connsiteY112" fmla="*/ 1725358 h 2174272"/>
              <a:gd name="connsiteX113" fmla="*/ 4515326 w 4682585"/>
              <a:gd name="connsiteY113" fmla="*/ 1871948 h 2174272"/>
              <a:gd name="connsiteX114" fmla="*/ 4673060 w 4682585"/>
              <a:gd name="connsiteY114" fmla="*/ 1871948 h 2174272"/>
              <a:gd name="connsiteX115" fmla="*/ 4673060 w 4682585"/>
              <a:gd name="connsiteY115" fmla="*/ 1725358 h 2174272"/>
              <a:gd name="connsiteX116" fmla="*/ 4348068 w 4682585"/>
              <a:gd name="connsiteY116" fmla="*/ 1725358 h 2174272"/>
              <a:gd name="connsiteX117" fmla="*/ 4348068 w 4682585"/>
              <a:gd name="connsiteY117" fmla="*/ 1871948 h 2174272"/>
              <a:gd name="connsiteX118" fmla="*/ 4505801 w 4682585"/>
              <a:gd name="connsiteY118" fmla="*/ 1871948 h 2174272"/>
              <a:gd name="connsiteX119" fmla="*/ 4505801 w 4682585"/>
              <a:gd name="connsiteY119" fmla="*/ 1725358 h 2174272"/>
              <a:gd name="connsiteX120" fmla="*/ 4180809 w 4682585"/>
              <a:gd name="connsiteY120" fmla="*/ 1725358 h 2174272"/>
              <a:gd name="connsiteX121" fmla="*/ 4180809 w 4682585"/>
              <a:gd name="connsiteY121" fmla="*/ 1871948 h 2174272"/>
              <a:gd name="connsiteX122" fmla="*/ 4338543 w 4682585"/>
              <a:gd name="connsiteY122" fmla="*/ 1871948 h 2174272"/>
              <a:gd name="connsiteX123" fmla="*/ 4338543 w 4682585"/>
              <a:gd name="connsiteY123" fmla="*/ 1725358 h 2174272"/>
              <a:gd name="connsiteX124" fmla="*/ 4013550 w 4682585"/>
              <a:gd name="connsiteY124" fmla="*/ 1725358 h 2174272"/>
              <a:gd name="connsiteX125" fmla="*/ 4013550 w 4682585"/>
              <a:gd name="connsiteY125" fmla="*/ 1871948 h 2174272"/>
              <a:gd name="connsiteX126" fmla="*/ 4171284 w 4682585"/>
              <a:gd name="connsiteY126" fmla="*/ 1871948 h 2174272"/>
              <a:gd name="connsiteX127" fmla="*/ 4171284 w 4682585"/>
              <a:gd name="connsiteY127" fmla="*/ 1725358 h 2174272"/>
              <a:gd name="connsiteX128" fmla="*/ 3846291 w 4682585"/>
              <a:gd name="connsiteY128" fmla="*/ 1725358 h 2174272"/>
              <a:gd name="connsiteX129" fmla="*/ 3846291 w 4682585"/>
              <a:gd name="connsiteY129" fmla="*/ 1871948 h 2174272"/>
              <a:gd name="connsiteX130" fmla="*/ 4004025 w 4682585"/>
              <a:gd name="connsiteY130" fmla="*/ 1871948 h 2174272"/>
              <a:gd name="connsiteX131" fmla="*/ 4004025 w 4682585"/>
              <a:gd name="connsiteY131" fmla="*/ 1725358 h 2174272"/>
              <a:gd name="connsiteX132" fmla="*/ 3678936 w 4682585"/>
              <a:gd name="connsiteY132" fmla="*/ 1725358 h 2174272"/>
              <a:gd name="connsiteX133" fmla="*/ 3678936 w 4682585"/>
              <a:gd name="connsiteY133" fmla="*/ 1871948 h 2174272"/>
              <a:gd name="connsiteX134" fmla="*/ 3836766 w 4682585"/>
              <a:gd name="connsiteY134" fmla="*/ 1871948 h 2174272"/>
              <a:gd name="connsiteX135" fmla="*/ 3836766 w 4682585"/>
              <a:gd name="connsiteY135" fmla="*/ 1725358 h 2174272"/>
              <a:gd name="connsiteX136" fmla="*/ 3511677 w 4682585"/>
              <a:gd name="connsiteY136" fmla="*/ 1725358 h 2174272"/>
              <a:gd name="connsiteX137" fmla="*/ 3511677 w 4682585"/>
              <a:gd name="connsiteY137" fmla="*/ 1871948 h 2174272"/>
              <a:gd name="connsiteX138" fmla="*/ 3669411 w 4682585"/>
              <a:gd name="connsiteY138" fmla="*/ 1871948 h 2174272"/>
              <a:gd name="connsiteX139" fmla="*/ 3669411 w 4682585"/>
              <a:gd name="connsiteY139" fmla="*/ 1725358 h 2174272"/>
              <a:gd name="connsiteX140" fmla="*/ 3344418 w 4682585"/>
              <a:gd name="connsiteY140" fmla="*/ 1725358 h 2174272"/>
              <a:gd name="connsiteX141" fmla="*/ 3344418 w 4682585"/>
              <a:gd name="connsiteY141" fmla="*/ 1871948 h 2174272"/>
              <a:gd name="connsiteX142" fmla="*/ 3502152 w 4682585"/>
              <a:gd name="connsiteY142" fmla="*/ 1871948 h 2174272"/>
              <a:gd name="connsiteX143" fmla="*/ 3502152 w 4682585"/>
              <a:gd name="connsiteY143" fmla="*/ 1725358 h 2174272"/>
              <a:gd name="connsiteX144" fmla="*/ 3177159 w 4682585"/>
              <a:gd name="connsiteY144" fmla="*/ 1725358 h 2174272"/>
              <a:gd name="connsiteX145" fmla="*/ 3177159 w 4682585"/>
              <a:gd name="connsiteY145" fmla="*/ 1871948 h 2174272"/>
              <a:gd name="connsiteX146" fmla="*/ 3334893 w 4682585"/>
              <a:gd name="connsiteY146" fmla="*/ 1871948 h 2174272"/>
              <a:gd name="connsiteX147" fmla="*/ 3334893 w 4682585"/>
              <a:gd name="connsiteY147" fmla="*/ 1725358 h 2174272"/>
              <a:gd name="connsiteX148" fmla="*/ 3009900 w 4682585"/>
              <a:gd name="connsiteY148" fmla="*/ 1725358 h 2174272"/>
              <a:gd name="connsiteX149" fmla="*/ 3009900 w 4682585"/>
              <a:gd name="connsiteY149" fmla="*/ 1871948 h 2174272"/>
              <a:gd name="connsiteX150" fmla="*/ 3167634 w 4682585"/>
              <a:gd name="connsiteY150" fmla="*/ 1871948 h 2174272"/>
              <a:gd name="connsiteX151" fmla="*/ 3167634 w 4682585"/>
              <a:gd name="connsiteY151" fmla="*/ 1725358 h 2174272"/>
              <a:gd name="connsiteX152" fmla="*/ 2842641 w 4682585"/>
              <a:gd name="connsiteY152" fmla="*/ 1725358 h 2174272"/>
              <a:gd name="connsiteX153" fmla="*/ 2842641 w 4682585"/>
              <a:gd name="connsiteY153" fmla="*/ 1871948 h 2174272"/>
              <a:gd name="connsiteX154" fmla="*/ 3000375 w 4682585"/>
              <a:gd name="connsiteY154" fmla="*/ 1871948 h 2174272"/>
              <a:gd name="connsiteX155" fmla="*/ 3000375 w 4682585"/>
              <a:gd name="connsiteY155" fmla="*/ 1725358 h 2174272"/>
              <a:gd name="connsiteX156" fmla="*/ 2675382 w 4682585"/>
              <a:gd name="connsiteY156" fmla="*/ 1725358 h 2174272"/>
              <a:gd name="connsiteX157" fmla="*/ 2675382 w 4682585"/>
              <a:gd name="connsiteY157" fmla="*/ 1871948 h 2174272"/>
              <a:gd name="connsiteX158" fmla="*/ 2833116 w 4682585"/>
              <a:gd name="connsiteY158" fmla="*/ 1871948 h 2174272"/>
              <a:gd name="connsiteX159" fmla="*/ 2833116 w 4682585"/>
              <a:gd name="connsiteY159" fmla="*/ 1725358 h 2174272"/>
              <a:gd name="connsiteX160" fmla="*/ 2508123 w 4682585"/>
              <a:gd name="connsiteY160" fmla="*/ 1725358 h 2174272"/>
              <a:gd name="connsiteX161" fmla="*/ 2508123 w 4682585"/>
              <a:gd name="connsiteY161" fmla="*/ 1871948 h 2174272"/>
              <a:gd name="connsiteX162" fmla="*/ 2665857 w 4682585"/>
              <a:gd name="connsiteY162" fmla="*/ 1871948 h 2174272"/>
              <a:gd name="connsiteX163" fmla="*/ 2665857 w 4682585"/>
              <a:gd name="connsiteY163" fmla="*/ 1725358 h 2174272"/>
              <a:gd name="connsiteX164" fmla="*/ 2340864 w 4682585"/>
              <a:gd name="connsiteY164" fmla="*/ 1725358 h 2174272"/>
              <a:gd name="connsiteX165" fmla="*/ 2340864 w 4682585"/>
              <a:gd name="connsiteY165" fmla="*/ 1871948 h 2174272"/>
              <a:gd name="connsiteX166" fmla="*/ 2498598 w 4682585"/>
              <a:gd name="connsiteY166" fmla="*/ 1871948 h 2174272"/>
              <a:gd name="connsiteX167" fmla="*/ 2498598 w 4682585"/>
              <a:gd name="connsiteY167" fmla="*/ 1725358 h 2174272"/>
              <a:gd name="connsiteX168" fmla="*/ 2173510 w 4682585"/>
              <a:gd name="connsiteY168" fmla="*/ 1725358 h 2174272"/>
              <a:gd name="connsiteX169" fmla="*/ 2173510 w 4682585"/>
              <a:gd name="connsiteY169" fmla="*/ 1871948 h 2174272"/>
              <a:gd name="connsiteX170" fmla="*/ 2331339 w 4682585"/>
              <a:gd name="connsiteY170" fmla="*/ 1871948 h 2174272"/>
              <a:gd name="connsiteX171" fmla="*/ 2331339 w 4682585"/>
              <a:gd name="connsiteY171" fmla="*/ 1725358 h 2174272"/>
              <a:gd name="connsiteX172" fmla="*/ 2006251 w 4682585"/>
              <a:gd name="connsiteY172" fmla="*/ 1725358 h 2174272"/>
              <a:gd name="connsiteX173" fmla="*/ 2006251 w 4682585"/>
              <a:gd name="connsiteY173" fmla="*/ 1871948 h 2174272"/>
              <a:gd name="connsiteX174" fmla="*/ 2163985 w 4682585"/>
              <a:gd name="connsiteY174" fmla="*/ 1871948 h 2174272"/>
              <a:gd name="connsiteX175" fmla="*/ 2163985 w 4682585"/>
              <a:gd name="connsiteY175" fmla="*/ 1725358 h 2174272"/>
              <a:gd name="connsiteX176" fmla="*/ 1838992 w 4682585"/>
              <a:gd name="connsiteY176" fmla="*/ 1725358 h 2174272"/>
              <a:gd name="connsiteX177" fmla="*/ 1838992 w 4682585"/>
              <a:gd name="connsiteY177" fmla="*/ 1871948 h 2174272"/>
              <a:gd name="connsiteX178" fmla="*/ 1996726 w 4682585"/>
              <a:gd name="connsiteY178" fmla="*/ 1871948 h 2174272"/>
              <a:gd name="connsiteX179" fmla="*/ 1996726 w 4682585"/>
              <a:gd name="connsiteY179" fmla="*/ 1725358 h 2174272"/>
              <a:gd name="connsiteX180" fmla="*/ 1671733 w 4682585"/>
              <a:gd name="connsiteY180" fmla="*/ 1725358 h 2174272"/>
              <a:gd name="connsiteX181" fmla="*/ 1671733 w 4682585"/>
              <a:gd name="connsiteY181" fmla="*/ 1871948 h 2174272"/>
              <a:gd name="connsiteX182" fmla="*/ 1829467 w 4682585"/>
              <a:gd name="connsiteY182" fmla="*/ 1871948 h 2174272"/>
              <a:gd name="connsiteX183" fmla="*/ 1829467 w 4682585"/>
              <a:gd name="connsiteY183" fmla="*/ 1725358 h 2174272"/>
              <a:gd name="connsiteX184" fmla="*/ 1504474 w 4682585"/>
              <a:gd name="connsiteY184" fmla="*/ 1725358 h 2174272"/>
              <a:gd name="connsiteX185" fmla="*/ 1504474 w 4682585"/>
              <a:gd name="connsiteY185" fmla="*/ 1871948 h 2174272"/>
              <a:gd name="connsiteX186" fmla="*/ 1662208 w 4682585"/>
              <a:gd name="connsiteY186" fmla="*/ 1871948 h 2174272"/>
              <a:gd name="connsiteX187" fmla="*/ 1662208 w 4682585"/>
              <a:gd name="connsiteY187" fmla="*/ 1725358 h 2174272"/>
              <a:gd name="connsiteX188" fmla="*/ 1337215 w 4682585"/>
              <a:gd name="connsiteY188" fmla="*/ 1725358 h 2174272"/>
              <a:gd name="connsiteX189" fmla="*/ 1337215 w 4682585"/>
              <a:gd name="connsiteY189" fmla="*/ 1871948 h 2174272"/>
              <a:gd name="connsiteX190" fmla="*/ 1494949 w 4682585"/>
              <a:gd name="connsiteY190" fmla="*/ 1871948 h 2174272"/>
              <a:gd name="connsiteX191" fmla="*/ 1494949 w 4682585"/>
              <a:gd name="connsiteY191" fmla="*/ 1725358 h 2174272"/>
              <a:gd name="connsiteX192" fmla="*/ 1169956 w 4682585"/>
              <a:gd name="connsiteY192" fmla="*/ 1725358 h 2174272"/>
              <a:gd name="connsiteX193" fmla="*/ 1169956 w 4682585"/>
              <a:gd name="connsiteY193" fmla="*/ 1871948 h 2174272"/>
              <a:gd name="connsiteX194" fmla="*/ 1327690 w 4682585"/>
              <a:gd name="connsiteY194" fmla="*/ 1871948 h 2174272"/>
              <a:gd name="connsiteX195" fmla="*/ 1327690 w 4682585"/>
              <a:gd name="connsiteY195" fmla="*/ 1725358 h 2174272"/>
              <a:gd name="connsiteX196" fmla="*/ 1002697 w 4682585"/>
              <a:gd name="connsiteY196" fmla="*/ 1725358 h 2174272"/>
              <a:gd name="connsiteX197" fmla="*/ 1002697 w 4682585"/>
              <a:gd name="connsiteY197" fmla="*/ 1871948 h 2174272"/>
              <a:gd name="connsiteX198" fmla="*/ 1160431 w 4682585"/>
              <a:gd name="connsiteY198" fmla="*/ 1871948 h 2174272"/>
              <a:gd name="connsiteX199" fmla="*/ 1160431 w 4682585"/>
              <a:gd name="connsiteY199" fmla="*/ 1725358 h 2174272"/>
              <a:gd name="connsiteX200" fmla="*/ 835438 w 4682585"/>
              <a:gd name="connsiteY200" fmla="*/ 1725358 h 2174272"/>
              <a:gd name="connsiteX201" fmla="*/ 835438 w 4682585"/>
              <a:gd name="connsiteY201" fmla="*/ 1871948 h 2174272"/>
              <a:gd name="connsiteX202" fmla="*/ 993172 w 4682585"/>
              <a:gd name="connsiteY202" fmla="*/ 1871948 h 2174272"/>
              <a:gd name="connsiteX203" fmla="*/ 993172 w 4682585"/>
              <a:gd name="connsiteY203" fmla="*/ 1725358 h 2174272"/>
              <a:gd name="connsiteX204" fmla="*/ 668179 w 4682585"/>
              <a:gd name="connsiteY204" fmla="*/ 1725358 h 2174272"/>
              <a:gd name="connsiteX205" fmla="*/ 668179 w 4682585"/>
              <a:gd name="connsiteY205" fmla="*/ 1871948 h 2174272"/>
              <a:gd name="connsiteX206" fmla="*/ 825913 w 4682585"/>
              <a:gd name="connsiteY206" fmla="*/ 1871948 h 2174272"/>
              <a:gd name="connsiteX207" fmla="*/ 825913 w 4682585"/>
              <a:gd name="connsiteY207" fmla="*/ 1725358 h 2174272"/>
              <a:gd name="connsiteX208" fmla="*/ 500920 w 4682585"/>
              <a:gd name="connsiteY208" fmla="*/ 1725358 h 2174272"/>
              <a:gd name="connsiteX209" fmla="*/ 500920 w 4682585"/>
              <a:gd name="connsiteY209" fmla="*/ 1871948 h 2174272"/>
              <a:gd name="connsiteX210" fmla="*/ 658654 w 4682585"/>
              <a:gd name="connsiteY210" fmla="*/ 1871948 h 2174272"/>
              <a:gd name="connsiteX211" fmla="*/ 658654 w 4682585"/>
              <a:gd name="connsiteY211" fmla="*/ 1725358 h 2174272"/>
              <a:gd name="connsiteX212" fmla="*/ 333566 w 4682585"/>
              <a:gd name="connsiteY212" fmla="*/ 1725358 h 2174272"/>
              <a:gd name="connsiteX213" fmla="*/ 333566 w 4682585"/>
              <a:gd name="connsiteY213" fmla="*/ 1871948 h 2174272"/>
              <a:gd name="connsiteX214" fmla="*/ 491395 w 4682585"/>
              <a:gd name="connsiteY214" fmla="*/ 1871948 h 2174272"/>
              <a:gd name="connsiteX215" fmla="*/ 491395 w 4682585"/>
              <a:gd name="connsiteY215" fmla="*/ 1725358 h 2174272"/>
              <a:gd name="connsiteX216" fmla="*/ 166307 w 4682585"/>
              <a:gd name="connsiteY216" fmla="*/ 1725358 h 2174272"/>
              <a:gd name="connsiteX217" fmla="*/ 166307 w 4682585"/>
              <a:gd name="connsiteY217" fmla="*/ 1871948 h 2174272"/>
              <a:gd name="connsiteX218" fmla="*/ 324041 w 4682585"/>
              <a:gd name="connsiteY218" fmla="*/ 1871948 h 2174272"/>
              <a:gd name="connsiteX219" fmla="*/ 324041 w 4682585"/>
              <a:gd name="connsiteY219" fmla="*/ 1725358 h 2174272"/>
              <a:gd name="connsiteX220" fmla="*/ 9525 w 4682585"/>
              <a:gd name="connsiteY220" fmla="*/ 1725358 h 2174272"/>
              <a:gd name="connsiteX221" fmla="*/ 9525 w 4682585"/>
              <a:gd name="connsiteY221" fmla="*/ 1871948 h 2174272"/>
              <a:gd name="connsiteX222" fmla="*/ 156782 w 4682585"/>
              <a:gd name="connsiteY222" fmla="*/ 1871948 h 2174272"/>
              <a:gd name="connsiteX223" fmla="*/ 156782 w 4682585"/>
              <a:gd name="connsiteY223" fmla="*/ 1725358 h 2174272"/>
              <a:gd name="connsiteX224" fmla="*/ 4515326 w 4682585"/>
              <a:gd name="connsiteY224" fmla="*/ 1569243 h 2174272"/>
              <a:gd name="connsiteX225" fmla="*/ 4515326 w 4682585"/>
              <a:gd name="connsiteY225" fmla="*/ 1715833 h 2174272"/>
              <a:gd name="connsiteX226" fmla="*/ 4673060 w 4682585"/>
              <a:gd name="connsiteY226" fmla="*/ 1715833 h 2174272"/>
              <a:gd name="connsiteX227" fmla="*/ 4673060 w 4682585"/>
              <a:gd name="connsiteY227" fmla="*/ 1569243 h 2174272"/>
              <a:gd name="connsiteX228" fmla="*/ 4348068 w 4682585"/>
              <a:gd name="connsiteY228" fmla="*/ 1569243 h 2174272"/>
              <a:gd name="connsiteX229" fmla="*/ 4348068 w 4682585"/>
              <a:gd name="connsiteY229" fmla="*/ 1715833 h 2174272"/>
              <a:gd name="connsiteX230" fmla="*/ 4505801 w 4682585"/>
              <a:gd name="connsiteY230" fmla="*/ 1715833 h 2174272"/>
              <a:gd name="connsiteX231" fmla="*/ 4505801 w 4682585"/>
              <a:gd name="connsiteY231" fmla="*/ 1569243 h 2174272"/>
              <a:gd name="connsiteX232" fmla="*/ 4180809 w 4682585"/>
              <a:gd name="connsiteY232" fmla="*/ 1569243 h 2174272"/>
              <a:gd name="connsiteX233" fmla="*/ 4180809 w 4682585"/>
              <a:gd name="connsiteY233" fmla="*/ 1715833 h 2174272"/>
              <a:gd name="connsiteX234" fmla="*/ 4338543 w 4682585"/>
              <a:gd name="connsiteY234" fmla="*/ 1715833 h 2174272"/>
              <a:gd name="connsiteX235" fmla="*/ 4338543 w 4682585"/>
              <a:gd name="connsiteY235" fmla="*/ 1569243 h 2174272"/>
              <a:gd name="connsiteX236" fmla="*/ 4013550 w 4682585"/>
              <a:gd name="connsiteY236" fmla="*/ 1569243 h 2174272"/>
              <a:gd name="connsiteX237" fmla="*/ 4013550 w 4682585"/>
              <a:gd name="connsiteY237" fmla="*/ 1715833 h 2174272"/>
              <a:gd name="connsiteX238" fmla="*/ 4171284 w 4682585"/>
              <a:gd name="connsiteY238" fmla="*/ 1715833 h 2174272"/>
              <a:gd name="connsiteX239" fmla="*/ 4171284 w 4682585"/>
              <a:gd name="connsiteY239" fmla="*/ 1569243 h 2174272"/>
              <a:gd name="connsiteX240" fmla="*/ 3846291 w 4682585"/>
              <a:gd name="connsiteY240" fmla="*/ 1569243 h 2174272"/>
              <a:gd name="connsiteX241" fmla="*/ 3846291 w 4682585"/>
              <a:gd name="connsiteY241" fmla="*/ 1715833 h 2174272"/>
              <a:gd name="connsiteX242" fmla="*/ 4004025 w 4682585"/>
              <a:gd name="connsiteY242" fmla="*/ 1715833 h 2174272"/>
              <a:gd name="connsiteX243" fmla="*/ 4004025 w 4682585"/>
              <a:gd name="connsiteY243" fmla="*/ 1569243 h 2174272"/>
              <a:gd name="connsiteX244" fmla="*/ 3678936 w 4682585"/>
              <a:gd name="connsiteY244" fmla="*/ 1569243 h 2174272"/>
              <a:gd name="connsiteX245" fmla="*/ 3678936 w 4682585"/>
              <a:gd name="connsiteY245" fmla="*/ 1715833 h 2174272"/>
              <a:gd name="connsiteX246" fmla="*/ 3836766 w 4682585"/>
              <a:gd name="connsiteY246" fmla="*/ 1715833 h 2174272"/>
              <a:gd name="connsiteX247" fmla="*/ 3836766 w 4682585"/>
              <a:gd name="connsiteY247" fmla="*/ 1569243 h 2174272"/>
              <a:gd name="connsiteX248" fmla="*/ 3511677 w 4682585"/>
              <a:gd name="connsiteY248" fmla="*/ 1569243 h 2174272"/>
              <a:gd name="connsiteX249" fmla="*/ 3511677 w 4682585"/>
              <a:gd name="connsiteY249" fmla="*/ 1715833 h 2174272"/>
              <a:gd name="connsiteX250" fmla="*/ 3669411 w 4682585"/>
              <a:gd name="connsiteY250" fmla="*/ 1715833 h 2174272"/>
              <a:gd name="connsiteX251" fmla="*/ 3669411 w 4682585"/>
              <a:gd name="connsiteY251" fmla="*/ 1569243 h 2174272"/>
              <a:gd name="connsiteX252" fmla="*/ 3344418 w 4682585"/>
              <a:gd name="connsiteY252" fmla="*/ 1569243 h 2174272"/>
              <a:gd name="connsiteX253" fmla="*/ 3344418 w 4682585"/>
              <a:gd name="connsiteY253" fmla="*/ 1715833 h 2174272"/>
              <a:gd name="connsiteX254" fmla="*/ 3502152 w 4682585"/>
              <a:gd name="connsiteY254" fmla="*/ 1715833 h 2174272"/>
              <a:gd name="connsiteX255" fmla="*/ 3502152 w 4682585"/>
              <a:gd name="connsiteY255" fmla="*/ 1569243 h 2174272"/>
              <a:gd name="connsiteX256" fmla="*/ 3177159 w 4682585"/>
              <a:gd name="connsiteY256" fmla="*/ 1569243 h 2174272"/>
              <a:gd name="connsiteX257" fmla="*/ 3177159 w 4682585"/>
              <a:gd name="connsiteY257" fmla="*/ 1715833 h 2174272"/>
              <a:gd name="connsiteX258" fmla="*/ 3334893 w 4682585"/>
              <a:gd name="connsiteY258" fmla="*/ 1715833 h 2174272"/>
              <a:gd name="connsiteX259" fmla="*/ 3334893 w 4682585"/>
              <a:gd name="connsiteY259" fmla="*/ 1569243 h 2174272"/>
              <a:gd name="connsiteX260" fmla="*/ 3009900 w 4682585"/>
              <a:gd name="connsiteY260" fmla="*/ 1569243 h 2174272"/>
              <a:gd name="connsiteX261" fmla="*/ 3009900 w 4682585"/>
              <a:gd name="connsiteY261" fmla="*/ 1715833 h 2174272"/>
              <a:gd name="connsiteX262" fmla="*/ 3167634 w 4682585"/>
              <a:gd name="connsiteY262" fmla="*/ 1715833 h 2174272"/>
              <a:gd name="connsiteX263" fmla="*/ 3167634 w 4682585"/>
              <a:gd name="connsiteY263" fmla="*/ 1569243 h 2174272"/>
              <a:gd name="connsiteX264" fmla="*/ 2842641 w 4682585"/>
              <a:gd name="connsiteY264" fmla="*/ 1569243 h 2174272"/>
              <a:gd name="connsiteX265" fmla="*/ 2842641 w 4682585"/>
              <a:gd name="connsiteY265" fmla="*/ 1715833 h 2174272"/>
              <a:gd name="connsiteX266" fmla="*/ 3000375 w 4682585"/>
              <a:gd name="connsiteY266" fmla="*/ 1715833 h 2174272"/>
              <a:gd name="connsiteX267" fmla="*/ 3000375 w 4682585"/>
              <a:gd name="connsiteY267" fmla="*/ 1569243 h 2174272"/>
              <a:gd name="connsiteX268" fmla="*/ 2675382 w 4682585"/>
              <a:gd name="connsiteY268" fmla="*/ 1569243 h 2174272"/>
              <a:gd name="connsiteX269" fmla="*/ 2675382 w 4682585"/>
              <a:gd name="connsiteY269" fmla="*/ 1715833 h 2174272"/>
              <a:gd name="connsiteX270" fmla="*/ 2833116 w 4682585"/>
              <a:gd name="connsiteY270" fmla="*/ 1715833 h 2174272"/>
              <a:gd name="connsiteX271" fmla="*/ 2833116 w 4682585"/>
              <a:gd name="connsiteY271" fmla="*/ 1569243 h 2174272"/>
              <a:gd name="connsiteX272" fmla="*/ 2508123 w 4682585"/>
              <a:gd name="connsiteY272" fmla="*/ 1569243 h 2174272"/>
              <a:gd name="connsiteX273" fmla="*/ 2508123 w 4682585"/>
              <a:gd name="connsiteY273" fmla="*/ 1715833 h 2174272"/>
              <a:gd name="connsiteX274" fmla="*/ 2665857 w 4682585"/>
              <a:gd name="connsiteY274" fmla="*/ 1715833 h 2174272"/>
              <a:gd name="connsiteX275" fmla="*/ 2665857 w 4682585"/>
              <a:gd name="connsiteY275" fmla="*/ 1569243 h 2174272"/>
              <a:gd name="connsiteX276" fmla="*/ 2340864 w 4682585"/>
              <a:gd name="connsiteY276" fmla="*/ 1569243 h 2174272"/>
              <a:gd name="connsiteX277" fmla="*/ 2340864 w 4682585"/>
              <a:gd name="connsiteY277" fmla="*/ 1715833 h 2174272"/>
              <a:gd name="connsiteX278" fmla="*/ 2498598 w 4682585"/>
              <a:gd name="connsiteY278" fmla="*/ 1715833 h 2174272"/>
              <a:gd name="connsiteX279" fmla="*/ 2498598 w 4682585"/>
              <a:gd name="connsiteY279" fmla="*/ 1569243 h 2174272"/>
              <a:gd name="connsiteX280" fmla="*/ 2173510 w 4682585"/>
              <a:gd name="connsiteY280" fmla="*/ 1569243 h 2174272"/>
              <a:gd name="connsiteX281" fmla="*/ 2173510 w 4682585"/>
              <a:gd name="connsiteY281" fmla="*/ 1715833 h 2174272"/>
              <a:gd name="connsiteX282" fmla="*/ 2331339 w 4682585"/>
              <a:gd name="connsiteY282" fmla="*/ 1715833 h 2174272"/>
              <a:gd name="connsiteX283" fmla="*/ 2331339 w 4682585"/>
              <a:gd name="connsiteY283" fmla="*/ 1569243 h 2174272"/>
              <a:gd name="connsiteX284" fmla="*/ 2006251 w 4682585"/>
              <a:gd name="connsiteY284" fmla="*/ 1569243 h 2174272"/>
              <a:gd name="connsiteX285" fmla="*/ 2006251 w 4682585"/>
              <a:gd name="connsiteY285" fmla="*/ 1715833 h 2174272"/>
              <a:gd name="connsiteX286" fmla="*/ 2163985 w 4682585"/>
              <a:gd name="connsiteY286" fmla="*/ 1715833 h 2174272"/>
              <a:gd name="connsiteX287" fmla="*/ 2163985 w 4682585"/>
              <a:gd name="connsiteY287" fmla="*/ 1569243 h 2174272"/>
              <a:gd name="connsiteX288" fmla="*/ 1838992 w 4682585"/>
              <a:gd name="connsiteY288" fmla="*/ 1569243 h 2174272"/>
              <a:gd name="connsiteX289" fmla="*/ 1838992 w 4682585"/>
              <a:gd name="connsiteY289" fmla="*/ 1715833 h 2174272"/>
              <a:gd name="connsiteX290" fmla="*/ 1996726 w 4682585"/>
              <a:gd name="connsiteY290" fmla="*/ 1715833 h 2174272"/>
              <a:gd name="connsiteX291" fmla="*/ 1996726 w 4682585"/>
              <a:gd name="connsiteY291" fmla="*/ 1569243 h 2174272"/>
              <a:gd name="connsiteX292" fmla="*/ 1671733 w 4682585"/>
              <a:gd name="connsiteY292" fmla="*/ 1569243 h 2174272"/>
              <a:gd name="connsiteX293" fmla="*/ 1671733 w 4682585"/>
              <a:gd name="connsiteY293" fmla="*/ 1715833 h 2174272"/>
              <a:gd name="connsiteX294" fmla="*/ 1829467 w 4682585"/>
              <a:gd name="connsiteY294" fmla="*/ 1715833 h 2174272"/>
              <a:gd name="connsiteX295" fmla="*/ 1829467 w 4682585"/>
              <a:gd name="connsiteY295" fmla="*/ 1569243 h 2174272"/>
              <a:gd name="connsiteX296" fmla="*/ 1504474 w 4682585"/>
              <a:gd name="connsiteY296" fmla="*/ 1569243 h 2174272"/>
              <a:gd name="connsiteX297" fmla="*/ 1504474 w 4682585"/>
              <a:gd name="connsiteY297" fmla="*/ 1715833 h 2174272"/>
              <a:gd name="connsiteX298" fmla="*/ 1662208 w 4682585"/>
              <a:gd name="connsiteY298" fmla="*/ 1715833 h 2174272"/>
              <a:gd name="connsiteX299" fmla="*/ 1662208 w 4682585"/>
              <a:gd name="connsiteY299" fmla="*/ 1569243 h 2174272"/>
              <a:gd name="connsiteX300" fmla="*/ 1337215 w 4682585"/>
              <a:gd name="connsiteY300" fmla="*/ 1569243 h 2174272"/>
              <a:gd name="connsiteX301" fmla="*/ 1337215 w 4682585"/>
              <a:gd name="connsiteY301" fmla="*/ 1715833 h 2174272"/>
              <a:gd name="connsiteX302" fmla="*/ 1494949 w 4682585"/>
              <a:gd name="connsiteY302" fmla="*/ 1715833 h 2174272"/>
              <a:gd name="connsiteX303" fmla="*/ 1494949 w 4682585"/>
              <a:gd name="connsiteY303" fmla="*/ 1569243 h 2174272"/>
              <a:gd name="connsiteX304" fmla="*/ 1169956 w 4682585"/>
              <a:gd name="connsiteY304" fmla="*/ 1569243 h 2174272"/>
              <a:gd name="connsiteX305" fmla="*/ 1169956 w 4682585"/>
              <a:gd name="connsiteY305" fmla="*/ 1715833 h 2174272"/>
              <a:gd name="connsiteX306" fmla="*/ 1327690 w 4682585"/>
              <a:gd name="connsiteY306" fmla="*/ 1715833 h 2174272"/>
              <a:gd name="connsiteX307" fmla="*/ 1327690 w 4682585"/>
              <a:gd name="connsiteY307" fmla="*/ 1569243 h 2174272"/>
              <a:gd name="connsiteX308" fmla="*/ 1002697 w 4682585"/>
              <a:gd name="connsiteY308" fmla="*/ 1569243 h 2174272"/>
              <a:gd name="connsiteX309" fmla="*/ 1002697 w 4682585"/>
              <a:gd name="connsiteY309" fmla="*/ 1715833 h 2174272"/>
              <a:gd name="connsiteX310" fmla="*/ 1160431 w 4682585"/>
              <a:gd name="connsiteY310" fmla="*/ 1715833 h 2174272"/>
              <a:gd name="connsiteX311" fmla="*/ 1160431 w 4682585"/>
              <a:gd name="connsiteY311" fmla="*/ 1569243 h 2174272"/>
              <a:gd name="connsiteX312" fmla="*/ 835438 w 4682585"/>
              <a:gd name="connsiteY312" fmla="*/ 1569243 h 2174272"/>
              <a:gd name="connsiteX313" fmla="*/ 835438 w 4682585"/>
              <a:gd name="connsiteY313" fmla="*/ 1715833 h 2174272"/>
              <a:gd name="connsiteX314" fmla="*/ 993172 w 4682585"/>
              <a:gd name="connsiteY314" fmla="*/ 1715833 h 2174272"/>
              <a:gd name="connsiteX315" fmla="*/ 993172 w 4682585"/>
              <a:gd name="connsiteY315" fmla="*/ 1569243 h 2174272"/>
              <a:gd name="connsiteX316" fmla="*/ 668179 w 4682585"/>
              <a:gd name="connsiteY316" fmla="*/ 1569243 h 2174272"/>
              <a:gd name="connsiteX317" fmla="*/ 668179 w 4682585"/>
              <a:gd name="connsiteY317" fmla="*/ 1715833 h 2174272"/>
              <a:gd name="connsiteX318" fmla="*/ 825913 w 4682585"/>
              <a:gd name="connsiteY318" fmla="*/ 1715833 h 2174272"/>
              <a:gd name="connsiteX319" fmla="*/ 825913 w 4682585"/>
              <a:gd name="connsiteY319" fmla="*/ 1569243 h 2174272"/>
              <a:gd name="connsiteX320" fmla="*/ 500920 w 4682585"/>
              <a:gd name="connsiteY320" fmla="*/ 1569243 h 2174272"/>
              <a:gd name="connsiteX321" fmla="*/ 500920 w 4682585"/>
              <a:gd name="connsiteY321" fmla="*/ 1715833 h 2174272"/>
              <a:gd name="connsiteX322" fmla="*/ 658654 w 4682585"/>
              <a:gd name="connsiteY322" fmla="*/ 1715833 h 2174272"/>
              <a:gd name="connsiteX323" fmla="*/ 658654 w 4682585"/>
              <a:gd name="connsiteY323" fmla="*/ 1569243 h 2174272"/>
              <a:gd name="connsiteX324" fmla="*/ 333566 w 4682585"/>
              <a:gd name="connsiteY324" fmla="*/ 1569243 h 2174272"/>
              <a:gd name="connsiteX325" fmla="*/ 333566 w 4682585"/>
              <a:gd name="connsiteY325" fmla="*/ 1715833 h 2174272"/>
              <a:gd name="connsiteX326" fmla="*/ 491395 w 4682585"/>
              <a:gd name="connsiteY326" fmla="*/ 1715833 h 2174272"/>
              <a:gd name="connsiteX327" fmla="*/ 491395 w 4682585"/>
              <a:gd name="connsiteY327" fmla="*/ 1569243 h 2174272"/>
              <a:gd name="connsiteX328" fmla="*/ 166307 w 4682585"/>
              <a:gd name="connsiteY328" fmla="*/ 1569243 h 2174272"/>
              <a:gd name="connsiteX329" fmla="*/ 166307 w 4682585"/>
              <a:gd name="connsiteY329" fmla="*/ 1715833 h 2174272"/>
              <a:gd name="connsiteX330" fmla="*/ 324041 w 4682585"/>
              <a:gd name="connsiteY330" fmla="*/ 1715833 h 2174272"/>
              <a:gd name="connsiteX331" fmla="*/ 324041 w 4682585"/>
              <a:gd name="connsiteY331" fmla="*/ 1569243 h 2174272"/>
              <a:gd name="connsiteX332" fmla="*/ 9525 w 4682585"/>
              <a:gd name="connsiteY332" fmla="*/ 1569243 h 2174272"/>
              <a:gd name="connsiteX333" fmla="*/ 9525 w 4682585"/>
              <a:gd name="connsiteY333" fmla="*/ 1715833 h 2174272"/>
              <a:gd name="connsiteX334" fmla="*/ 156782 w 4682585"/>
              <a:gd name="connsiteY334" fmla="*/ 1715833 h 2174272"/>
              <a:gd name="connsiteX335" fmla="*/ 156782 w 4682585"/>
              <a:gd name="connsiteY335" fmla="*/ 1569243 h 2174272"/>
              <a:gd name="connsiteX336" fmla="*/ 4515326 w 4682585"/>
              <a:gd name="connsiteY336" fmla="*/ 1413129 h 2174272"/>
              <a:gd name="connsiteX337" fmla="*/ 4515326 w 4682585"/>
              <a:gd name="connsiteY337" fmla="*/ 1559718 h 2174272"/>
              <a:gd name="connsiteX338" fmla="*/ 4673060 w 4682585"/>
              <a:gd name="connsiteY338" fmla="*/ 1559718 h 2174272"/>
              <a:gd name="connsiteX339" fmla="*/ 4673060 w 4682585"/>
              <a:gd name="connsiteY339" fmla="*/ 1413129 h 2174272"/>
              <a:gd name="connsiteX340" fmla="*/ 4348068 w 4682585"/>
              <a:gd name="connsiteY340" fmla="*/ 1413129 h 2174272"/>
              <a:gd name="connsiteX341" fmla="*/ 4348068 w 4682585"/>
              <a:gd name="connsiteY341" fmla="*/ 1559718 h 2174272"/>
              <a:gd name="connsiteX342" fmla="*/ 4505801 w 4682585"/>
              <a:gd name="connsiteY342" fmla="*/ 1559718 h 2174272"/>
              <a:gd name="connsiteX343" fmla="*/ 4505801 w 4682585"/>
              <a:gd name="connsiteY343" fmla="*/ 1413129 h 2174272"/>
              <a:gd name="connsiteX344" fmla="*/ 4180809 w 4682585"/>
              <a:gd name="connsiteY344" fmla="*/ 1413129 h 2174272"/>
              <a:gd name="connsiteX345" fmla="*/ 4180809 w 4682585"/>
              <a:gd name="connsiteY345" fmla="*/ 1559718 h 2174272"/>
              <a:gd name="connsiteX346" fmla="*/ 4338543 w 4682585"/>
              <a:gd name="connsiteY346" fmla="*/ 1559718 h 2174272"/>
              <a:gd name="connsiteX347" fmla="*/ 4338543 w 4682585"/>
              <a:gd name="connsiteY347" fmla="*/ 1413129 h 2174272"/>
              <a:gd name="connsiteX348" fmla="*/ 4013550 w 4682585"/>
              <a:gd name="connsiteY348" fmla="*/ 1413129 h 2174272"/>
              <a:gd name="connsiteX349" fmla="*/ 4013550 w 4682585"/>
              <a:gd name="connsiteY349" fmla="*/ 1559718 h 2174272"/>
              <a:gd name="connsiteX350" fmla="*/ 4171284 w 4682585"/>
              <a:gd name="connsiteY350" fmla="*/ 1559718 h 2174272"/>
              <a:gd name="connsiteX351" fmla="*/ 4171284 w 4682585"/>
              <a:gd name="connsiteY351" fmla="*/ 1413129 h 2174272"/>
              <a:gd name="connsiteX352" fmla="*/ 3846291 w 4682585"/>
              <a:gd name="connsiteY352" fmla="*/ 1413129 h 2174272"/>
              <a:gd name="connsiteX353" fmla="*/ 3846291 w 4682585"/>
              <a:gd name="connsiteY353" fmla="*/ 1559718 h 2174272"/>
              <a:gd name="connsiteX354" fmla="*/ 4004025 w 4682585"/>
              <a:gd name="connsiteY354" fmla="*/ 1559718 h 2174272"/>
              <a:gd name="connsiteX355" fmla="*/ 4004025 w 4682585"/>
              <a:gd name="connsiteY355" fmla="*/ 1413129 h 2174272"/>
              <a:gd name="connsiteX356" fmla="*/ 3678936 w 4682585"/>
              <a:gd name="connsiteY356" fmla="*/ 1413129 h 2174272"/>
              <a:gd name="connsiteX357" fmla="*/ 3678936 w 4682585"/>
              <a:gd name="connsiteY357" fmla="*/ 1559718 h 2174272"/>
              <a:gd name="connsiteX358" fmla="*/ 3836766 w 4682585"/>
              <a:gd name="connsiteY358" fmla="*/ 1559718 h 2174272"/>
              <a:gd name="connsiteX359" fmla="*/ 3836766 w 4682585"/>
              <a:gd name="connsiteY359" fmla="*/ 1413129 h 2174272"/>
              <a:gd name="connsiteX360" fmla="*/ 3511677 w 4682585"/>
              <a:gd name="connsiteY360" fmla="*/ 1413129 h 2174272"/>
              <a:gd name="connsiteX361" fmla="*/ 3511677 w 4682585"/>
              <a:gd name="connsiteY361" fmla="*/ 1559718 h 2174272"/>
              <a:gd name="connsiteX362" fmla="*/ 3669411 w 4682585"/>
              <a:gd name="connsiteY362" fmla="*/ 1559718 h 2174272"/>
              <a:gd name="connsiteX363" fmla="*/ 3669411 w 4682585"/>
              <a:gd name="connsiteY363" fmla="*/ 1413129 h 2174272"/>
              <a:gd name="connsiteX364" fmla="*/ 3344418 w 4682585"/>
              <a:gd name="connsiteY364" fmla="*/ 1413129 h 2174272"/>
              <a:gd name="connsiteX365" fmla="*/ 3344418 w 4682585"/>
              <a:gd name="connsiteY365" fmla="*/ 1559718 h 2174272"/>
              <a:gd name="connsiteX366" fmla="*/ 3502152 w 4682585"/>
              <a:gd name="connsiteY366" fmla="*/ 1559718 h 2174272"/>
              <a:gd name="connsiteX367" fmla="*/ 3502152 w 4682585"/>
              <a:gd name="connsiteY367" fmla="*/ 1413129 h 2174272"/>
              <a:gd name="connsiteX368" fmla="*/ 3177159 w 4682585"/>
              <a:gd name="connsiteY368" fmla="*/ 1413129 h 2174272"/>
              <a:gd name="connsiteX369" fmla="*/ 3177159 w 4682585"/>
              <a:gd name="connsiteY369" fmla="*/ 1559718 h 2174272"/>
              <a:gd name="connsiteX370" fmla="*/ 3334893 w 4682585"/>
              <a:gd name="connsiteY370" fmla="*/ 1559718 h 2174272"/>
              <a:gd name="connsiteX371" fmla="*/ 3334893 w 4682585"/>
              <a:gd name="connsiteY371" fmla="*/ 1413129 h 2174272"/>
              <a:gd name="connsiteX372" fmla="*/ 3009900 w 4682585"/>
              <a:gd name="connsiteY372" fmla="*/ 1413129 h 2174272"/>
              <a:gd name="connsiteX373" fmla="*/ 3009900 w 4682585"/>
              <a:gd name="connsiteY373" fmla="*/ 1559718 h 2174272"/>
              <a:gd name="connsiteX374" fmla="*/ 3167634 w 4682585"/>
              <a:gd name="connsiteY374" fmla="*/ 1559718 h 2174272"/>
              <a:gd name="connsiteX375" fmla="*/ 3167634 w 4682585"/>
              <a:gd name="connsiteY375" fmla="*/ 1413129 h 2174272"/>
              <a:gd name="connsiteX376" fmla="*/ 2842641 w 4682585"/>
              <a:gd name="connsiteY376" fmla="*/ 1413129 h 2174272"/>
              <a:gd name="connsiteX377" fmla="*/ 2842641 w 4682585"/>
              <a:gd name="connsiteY377" fmla="*/ 1559718 h 2174272"/>
              <a:gd name="connsiteX378" fmla="*/ 3000375 w 4682585"/>
              <a:gd name="connsiteY378" fmla="*/ 1559718 h 2174272"/>
              <a:gd name="connsiteX379" fmla="*/ 3000375 w 4682585"/>
              <a:gd name="connsiteY379" fmla="*/ 1413129 h 2174272"/>
              <a:gd name="connsiteX380" fmla="*/ 2675382 w 4682585"/>
              <a:gd name="connsiteY380" fmla="*/ 1413129 h 2174272"/>
              <a:gd name="connsiteX381" fmla="*/ 2675382 w 4682585"/>
              <a:gd name="connsiteY381" fmla="*/ 1559718 h 2174272"/>
              <a:gd name="connsiteX382" fmla="*/ 2833116 w 4682585"/>
              <a:gd name="connsiteY382" fmla="*/ 1559718 h 2174272"/>
              <a:gd name="connsiteX383" fmla="*/ 2833116 w 4682585"/>
              <a:gd name="connsiteY383" fmla="*/ 1413129 h 2174272"/>
              <a:gd name="connsiteX384" fmla="*/ 2508123 w 4682585"/>
              <a:gd name="connsiteY384" fmla="*/ 1413129 h 2174272"/>
              <a:gd name="connsiteX385" fmla="*/ 2508123 w 4682585"/>
              <a:gd name="connsiteY385" fmla="*/ 1559718 h 2174272"/>
              <a:gd name="connsiteX386" fmla="*/ 2665857 w 4682585"/>
              <a:gd name="connsiteY386" fmla="*/ 1559718 h 2174272"/>
              <a:gd name="connsiteX387" fmla="*/ 2665857 w 4682585"/>
              <a:gd name="connsiteY387" fmla="*/ 1413129 h 2174272"/>
              <a:gd name="connsiteX388" fmla="*/ 2340864 w 4682585"/>
              <a:gd name="connsiteY388" fmla="*/ 1413129 h 2174272"/>
              <a:gd name="connsiteX389" fmla="*/ 2340864 w 4682585"/>
              <a:gd name="connsiteY389" fmla="*/ 1559718 h 2174272"/>
              <a:gd name="connsiteX390" fmla="*/ 2498598 w 4682585"/>
              <a:gd name="connsiteY390" fmla="*/ 1559718 h 2174272"/>
              <a:gd name="connsiteX391" fmla="*/ 2498598 w 4682585"/>
              <a:gd name="connsiteY391" fmla="*/ 1413129 h 2174272"/>
              <a:gd name="connsiteX392" fmla="*/ 2173510 w 4682585"/>
              <a:gd name="connsiteY392" fmla="*/ 1413129 h 2174272"/>
              <a:gd name="connsiteX393" fmla="*/ 2173510 w 4682585"/>
              <a:gd name="connsiteY393" fmla="*/ 1559718 h 2174272"/>
              <a:gd name="connsiteX394" fmla="*/ 2331339 w 4682585"/>
              <a:gd name="connsiteY394" fmla="*/ 1559718 h 2174272"/>
              <a:gd name="connsiteX395" fmla="*/ 2331339 w 4682585"/>
              <a:gd name="connsiteY395" fmla="*/ 1413129 h 2174272"/>
              <a:gd name="connsiteX396" fmla="*/ 2006251 w 4682585"/>
              <a:gd name="connsiteY396" fmla="*/ 1413129 h 2174272"/>
              <a:gd name="connsiteX397" fmla="*/ 2006251 w 4682585"/>
              <a:gd name="connsiteY397" fmla="*/ 1559718 h 2174272"/>
              <a:gd name="connsiteX398" fmla="*/ 2163985 w 4682585"/>
              <a:gd name="connsiteY398" fmla="*/ 1559718 h 2174272"/>
              <a:gd name="connsiteX399" fmla="*/ 2163985 w 4682585"/>
              <a:gd name="connsiteY399" fmla="*/ 1413129 h 2174272"/>
              <a:gd name="connsiteX400" fmla="*/ 1838992 w 4682585"/>
              <a:gd name="connsiteY400" fmla="*/ 1413129 h 2174272"/>
              <a:gd name="connsiteX401" fmla="*/ 1838992 w 4682585"/>
              <a:gd name="connsiteY401" fmla="*/ 1559718 h 2174272"/>
              <a:gd name="connsiteX402" fmla="*/ 1996726 w 4682585"/>
              <a:gd name="connsiteY402" fmla="*/ 1559718 h 2174272"/>
              <a:gd name="connsiteX403" fmla="*/ 1996726 w 4682585"/>
              <a:gd name="connsiteY403" fmla="*/ 1413129 h 2174272"/>
              <a:gd name="connsiteX404" fmla="*/ 1671733 w 4682585"/>
              <a:gd name="connsiteY404" fmla="*/ 1413129 h 2174272"/>
              <a:gd name="connsiteX405" fmla="*/ 1671733 w 4682585"/>
              <a:gd name="connsiteY405" fmla="*/ 1559718 h 2174272"/>
              <a:gd name="connsiteX406" fmla="*/ 1829467 w 4682585"/>
              <a:gd name="connsiteY406" fmla="*/ 1559718 h 2174272"/>
              <a:gd name="connsiteX407" fmla="*/ 1829467 w 4682585"/>
              <a:gd name="connsiteY407" fmla="*/ 1413129 h 2174272"/>
              <a:gd name="connsiteX408" fmla="*/ 1504474 w 4682585"/>
              <a:gd name="connsiteY408" fmla="*/ 1413129 h 2174272"/>
              <a:gd name="connsiteX409" fmla="*/ 1504474 w 4682585"/>
              <a:gd name="connsiteY409" fmla="*/ 1559718 h 2174272"/>
              <a:gd name="connsiteX410" fmla="*/ 1662208 w 4682585"/>
              <a:gd name="connsiteY410" fmla="*/ 1559718 h 2174272"/>
              <a:gd name="connsiteX411" fmla="*/ 1662208 w 4682585"/>
              <a:gd name="connsiteY411" fmla="*/ 1413129 h 2174272"/>
              <a:gd name="connsiteX412" fmla="*/ 1337215 w 4682585"/>
              <a:gd name="connsiteY412" fmla="*/ 1413129 h 2174272"/>
              <a:gd name="connsiteX413" fmla="*/ 1337215 w 4682585"/>
              <a:gd name="connsiteY413" fmla="*/ 1559718 h 2174272"/>
              <a:gd name="connsiteX414" fmla="*/ 1494949 w 4682585"/>
              <a:gd name="connsiteY414" fmla="*/ 1559718 h 2174272"/>
              <a:gd name="connsiteX415" fmla="*/ 1494949 w 4682585"/>
              <a:gd name="connsiteY415" fmla="*/ 1413129 h 2174272"/>
              <a:gd name="connsiteX416" fmla="*/ 1169956 w 4682585"/>
              <a:gd name="connsiteY416" fmla="*/ 1413129 h 2174272"/>
              <a:gd name="connsiteX417" fmla="*/ 1169956 w 4682585"/>
              <a:gd name="connsiteY417" fmla="*/ 1559718 h 2174272"/>
              <a:gd name="connsiteX418" fmla="*/ 1327690 w 4682585"/>
              <a:gd name="connsiteY418" fmla="*/ 1559718 h 2174272"/>
              <a:gd name="connsiteX419" fmla="*/ 1327690 w 4682585"/>
              <a:gd name="connsiteY419" fmla="*/ 1413129 h 2174272"/>
              <a:gd name="connsiteX420" fmla="*/ 1002697 w 4682585"/>
              <a:gd name="connsiteY420" fmla="*/ 1413129 h 2174272"/>
              <a:gd name="connsiteX421" fmla="*/ 1002697 w 4682585"/>
              <a:gd name="connsiteY421" fmla="*/ 1559718 h 2174272"/>
              <a:gd name="connsiteX422" fmla="*/ 1160431 w 4682585"/>
              <a:gd name="connsiteY422" fmla="*/ 1559718 h 2174272"/>
              <a:gd name="connsiteX423" fmla="*/ 1160431 w 4682585"/>
              <a:gd name="connsiteY423" fmla="*/ 1413129 h 2174272"/>
              <a:gd name="connsiteX424" fmla="*/ 835438 w 4682585"/>
              <a:gd name="connsiteY424" fmla="*/ 1413129 h 2174272"/>
              <a:gd name="connsiteX425" fmla="*/ 835438 w 4682585"/>
              <a:gd name="connsiteY425" fmla="*/ 1559718 h 2174272"/>
              <a:gd name="connsiteX426" fmla="*/ 993172 w 4682585"/>
              <a:gd name="connsiteY426" fmla="*/ 1559718 h 2174272"/>
              <a:gd name="connsiteX427" fmla="*/ 993172 w 4682585"/>
              <a:gd name="connsiteY427" fmla="*/ 1413129 h 2174272"/>
              <a:gd name="connsiteX428" fmla="*/ 668179 w 4682585"/>
              <a:gd name="connsiteY428" fmla="*/ 1413129 h 2174272"/>
              <a:gd name="connsiteX429" fmla="*/ 668179 w 4682585"/>
              <a:gd name="connsiteY429" fmla="*/ 1559718 h 2174272"/>
              <a:gd name="connsiteX430" fmla="*/ 825913 w 4682585"/>
              <a:gd name="connsiteY430" fmla="*/ 1559718 h 2174272"/>
              <a:gd name="connsiteX431" fmla="*/ 825913 w 4682585"/>
              <a:gd name="connsiteY431" fmla="*/ 1413129 h 2174272"/>
              <a:gd name="connsiteX432" fmla="*/ 500920 w 4682585"/>
              <a:gd name="connsiteY432" fmla="*/ 1413129 h 2174272"/>
              <a:gd name="connsiteX433" fmla="*/ 500920 w 4682585"/>
              <a:gd name="connsiteY433" fmla="*/ 1559718 h 2174272"/>
              <a:gd name="connsiteX434" fmla="*/ 658654 w 4682585"/>
              <a:gd name="connsiteY434" fmla="*/ 1559718 h 2174272"/>
              <a:gd name="connsiteX435" fmla="*/ 658654 w 4682585"/>
              <a:gd name="connsiteY435" fmla="*/ 1413129 h 2174272"/>
              <a:gd name="connsiteX436" fmla="*/ 333566 w 4682585"/>
              <a:gd name="connsiteY436" fmla="*/ 1413129 h 2174272"/>
              <a:gd name="connsiteX437" fmla="*/ 333566 w 4682585"/>
              <a:gd name="connsiteY437" fmla="*/ 1559718 h 2174272"/>
              <a:gd name="connsiteX438" fmla="*/ 491395 w 4682585"/>
              <a:gd name="connsiteY438" fmla="*/ 1559718 h 2174272"/>
              <a:gd name="connsiteX439" fmla="*/ 491395 w 4682585"/>
              <a:gd name="connsiteY439" fmla="*/ 1413129 h 2174272"/>
              <a:gd name="connsiteX440" fmla="*/ 166307 w 4682585"/>
              <a:gd name="connsiteY440" fmla="*/ 1413129 h 2174272"/>
              <a:gd name="connsiteX441" fmla="*/ 166307 w 4682585"/>
              <a:gd name="connsiteY441" fmla="*/ 1559718 h 2174272"/>
              <a:gd name="connsiteX442" fmla="*/ 324041 w 4682585"/>
              <a:gd name="connsiteY442" fmla="*/ 1559718 h 2174272"/>
              <a:gd name="connsiteX443" fmla="*/ 324041 w 4682585"/>
              <a:gd name="connsiteY443" fmla="*/ 1413129 h 2174272"/>
              <a:gd name="connsiteX444" fmla="*/ 9525 w 4682585"/>
              <a:gd name="connsiteY444" fmla="*/ 1413129 h 2174272"/>
              <a:gd name="connsiteX445" fmla="*/ 9525 w 4682585"/>
              <a:gd name="connsiteY445" fmla="*/ 1559718 h 2174272"/>
              <a:gd name="connsiteX446" fmla="*/ 156782 w 4682585"/>
              <a:gd name="connsiteY446" fmla="*/ 1559718 h 2174272"/>
              <a:gd name="connsiteX447" fmla="*/ 156782 w 4682585"/>
              <a:gd name="connsiteY447" fmla="*/ 1413129 h 2174272"/>
              <a:gd name="connsiteX448" fmla="*/ 4515326 w 4682585"/>
              <a:gd name="connsiteY448" fmla="*/ 1257014 h 2174272"/>
              <a:gd name="connsiteX449" fmla="*/ 4515326 w 4682585"/>
              <a:gd name="connsiteY449" fmla="*/ 1403604 h 2174272"/>
              <a:gd name="connsiteX450" fmla="*/ 4673060 w 4682585"/>
              <a:gd name="connsiteY450" fmla="*/ 1403604 h 2174272"/>
              <a:gd name="connsiteX451" fmla="*/ 4673060 w 4682585"/>
              <a:gd name="connsiteY451" fmla="*/ 1257014 h 2174272"/>
              <a:gd name="connsiteX452" fmla="*/ 4348068 w 4682585"/>
              <a:gd name="connsiteY452" fmla="*/ 1257014 h 2174272"/>
              <a:gd name="connsiteX453" fmla="*/ 4348068 w 4682585"/>
              <a:gd name="connsiteY453" fmla="*/ 1403604 h 2174272"/>
              <a:gd name="connsiteX454" fmla="*/ 4505801 w 4682585"/>
              <a:gd name="connsiteY454" fmla="*/ 1403604 h 2174272"/>
              <a:gd name="connsiteX455" fmla="*/ 4505801 w 4682585"/>
              <a:gd name="connsiteY455" fmla="*/ 1257014 h 2174272"/>
              <a:gd name="connsiteX456" fmla="*/ 4180809 w 4682585"/>
              <a:gd name="connsiteY456" fmla="*/ 1257014 h 2174272"/>
              <a:gd name="connsiteX457" fmla="*/ 4180809 w 4682585"/>
              <a:gd name="connsiteY457" fmla="*/ 1403604 h 2174272"/>
              <a:gd name="connsiteX458" fmla="*/ 4338543 w 4682585"/>
              <a:gd name="connsiteY458" fmla="*/ 1403604 h 2174272"/>
              <a:gd name="connsiteX459" fmla="*/ 4338543 w 4682585"/>
              <a:gd name="connsiteY459" fmla="*/ 1257014 h 2174272"/>
              <a:gd name="connsiteX460" fmla="*/ 4013550 w 4682585"/>
              <a:gd name="connsiteY460" fmla="*/ 1257014 h 2174272"/>
              <a:gd name="connsiteX461" fmla="*/ 4013550 w 4682585"/>
              <a:gd name="connsiteY461" fmla="*/ 1403604 h 2174272"/>
              <a:gd name="connsiteX462" fmla="*/ 4171284 w 4682585"/>
              <a:gd name="connsiteY462" fmla="*/ 1403604 h 2174272"/>
              <a:gd name="connsiteX463" fmla="*/ 4171284 w 4682585"/>
              <a:gd name="connsiteY463" fmla="*/ 1257014 h 2174272"/>
              <a:gd name="connsiteX464" fmla="*/ 3846291 w 4682585"/>
              <a:gd name="connsiteY464" fmla="*/ 1257014 h 2174272"/>
              <a:gd name="connsiteX465" fmla="*/ 3846291 w 4682585"/>
              <a:gd name="connsiteY465" fmla="*/ 1403604 h 2174272"/>
              <a:gd name="connsiteX466" fmla="*/ 4004025 w 4682585"/>
              <a:gd name="connsiteY466" fmla="*/ 1403604 h 2174272"/>
              <a:gd name="connsiteX467" fmla="*/ 4004025 w 4682585"/>
              <a:gd name="connsiteY467" fmla="*/ 1257014 h 2174272"/>
              <a:gd name="connsiteX468" fmla="*/ 3678936 w 4682585"/>
              <a:gd name="connsiteY468" fmla="*/ 1257014 h 2174272"/>
              <a:gd name="connsiteX469" fmla="*/ 3678936 w 4682585"/>
              <a:gd name="connsiteY469" fmla="*/ 1403604 h 2174272"/>
              <a:gd name="connsiteX470" fmla="*/ 3836766 w 4682585"/>
              <a:gd name="connsiteY470" fmla="*/ 1403604 h 2174272"/>
              <a:gd name="connsiteX471" fmla="*/ 3836766 w 4682585"/>
              <a:gd name="connsiteY471" fmla="*/ 1257014 h 2174272"/>
              <a:gd name="connsiteX472" fmla="*/ 3511677 w 4682585"/>
              <a:gd name="connsiteY472" fmla="*/ 1257014 h 2174272"/>
              <a:gd name="connsiteX473" fmla="*/ 3511677 w 4682585"/>
              <a:gd name="connsiteY473" fmla="*/ 1403604 h 2174272"/>
              <a:gd name="connsiteX474" fmla="*/ 3669411 w 4682585"/>
              <a:gd name="connsiteY474" fmla="*/ 1403604 h 2174272"/>
              <a:gd name="connsiteX475" fmla="*/ 3669411 w 4682585"/>
              <a:gd name="connsiteY475" fmla="*/ 1257014 h 2174272"/>
              <a:gd name="connsiteX476" fmla="*/ 3344418 w 4682585"/>
              <a:gd name="connsiteY476" fmla="*/ 1257014 h 2174272"/>
              <a:gd name="connsiteX477" fmla="*/ 3344418 w 4682585"/>
              <a:gd name="connsiteY477" fmla="*/ 1403604 h 2174272"/>
              <a:gd name="connsiteX478" fmla="*/ 3502152 w 4682585"/>
              <a:gd name="connsiteY478" fmla="*/ 1403604 h 2174272"/>
              <a:gd name="connsiteX479" fmla="*/ 3502152 w 4682585"/>
              <a:gd name="connsiteY479" fmla="*/ 1257014 h 2174272"/>
              <a:gd name="connsiteX480" fmla="*/ 3177159 w 4682585"/>
              <a:gd name="connsiteY480" fmla="*/ 1257014 h 2174272"/>
              <a:gd name="connsiteX481" fmla="*/ 3177159 w 4682585"/>
              <a:gd name="connsiteY481" fmla="*/ 1403604 h 2174272"/>
              <a:gd name="connsiteX482" fmla="*/ 3334893 w 4682585"/>
              <a:gd name="connsiteY482" fmla="*/ 1403604 h 2174272"/>
              <a:gd name="connsiteX483" fmla="*/ 3334893 w 4682585"/>
              <a:gd name="connsiteY483" fmla="*/ 1257014 h 2174272"/>
              <a:gd name="connsiteX484" fmla="*/ 3009900 w 4682585"/>
              <a:gd name="connsiteY484" fmla="*/ 1257014 h 2174272"/>
              <a:gd name="connsiteX485" fmla="*/ 3009900 w 4682585"/>
              <a:gd name="connsiteY485" fmla="*/ 1403604 h 2174272"/>
              <a:gd name="connsiteX486" fmla="*/ 3167634 w 4682585"/>
              <a:gd name="connsiteY486" fmla="*/ 1403604 h 2174272"/>
              <a:gd name="connsiteX487" fmla="*/ 3167634 w 4682585"/>
              <a:gd name="connsiteY487" fmla="*/ 1257014 h 2174272"/>
              <a:gd name="connsiteX488" fmla="*/ 2842641 w 4682585"/>
              <a:gd name="connsiteY488" fmla="*/ 1257014 h 2174272"/>
              <a:gd name="connsiteX489" fmla="*/ 2842641 w 4682585"/>
              <a:gd name="connsiteY489" fmla="*/ 1403604 h 2174272"/>
              <a:gd name="connsiteX490" fmla="*/ 3000375 w 4682585"/>
              <a:gd name="connsiteY490" fmla="*/ 1403604 h 2174272"/>
              <a:gd name="connsiteX491" fmla="*/ 3000375 w 4682585"/>
              <a:gd name="connsiteY491" fmla="*/ 1257014 h 2174272"/>
              <a:gd name="connsiteX492" fmla="*/ 2675382 w 4682585"/>
              <a:gd name="connsiteY492" fmla="*/ 1257014 h 2174272"/>
              <a:gd name="connsiteX493" fmla="*/ 2675382 w 4682585"/>
              <a:gd name="connsiteY493" fmla="*/ 1403604 h 2174272"/>
              <a:gd name="connsiteX494" fmla="*/ 2833116 w 4682585"/>
              <a:gd name="connsiteY494" fmla="*/ 1403604 h 2174272"/>
              <a:gd name="connsiteX495" fmla="*/ 2833116 w 4682585"/>
              <a:gd name="connsiteY495" fmla="*/ 1257014 h 2174272"/>
              <a:gd name="connsiteX496" fmla="*/ 2508123 w 4682585"/>
              <a:gd name="connsiteY496" fmla="*/ 1257014 h 2174272"/>
              <a:gd name="connsiteX497" fmla="*/ 2508123 w 4682585"/>
              <a:gd name="connsiteY497" fmla="*/ 1403604 h 2174272"/>
              <a:gd name="connsiteX498" fmla="*/ 2665857 w 4682585"/>
              <a:gd name="connsiteY498" fmla="*/ 1403604 h 2174272"/>
              <a:gd name="connsiteX499" fmla="*/ 2665857 w 4682585"/>
              <a:gd name="connsiteY499" fmla="*/ 1257014 h 2174272"/>
              <a:gd name="connsiteX500" fmla="*/ 2340864 w 4682585"/>
              <a:gd name="connsiteY500" fmla="*/ 1257014 h 2174272"/>
              <a:gd name="connsiteX501" fmla="*/ 2340864 w 4682585"/>
              <a:gd name="connsiteY501" fmla="*/ 1403604 h 2174272"/>
              <a:gd name="connsiteX502" fmla="*/ 2498598 w 4682585"/>
              <a:gd name="connsiteY502" fmla="*/ 1403604 h 2174272"/>
              <a:gd name="connsiteX503" fmla="*/ 2498598 w 4682585"/>
              <a:gd name="connsiteY503" fmla="*/ 1257014 h 2174272"/>
              <a:gd name="connsiteX504" fmla="*/ 2173510 w 4682585"/>
              <a:gd name="connsiteY504" fmla="*/ 1257014 h 2174272"/>
              <a:gd name="connsiteX505" fmla="*/ 2173510 w 4682585"/>
              <a:gd name="connsiteY505" fmla="*/ 1403604 h 2174272"/>
              <a:gd name="connsiteX506" fmla="*/ 2331339 w 4682585"/>
              <a:gd name="connsiteY506" fmla="*/ 1403604 h 2174272"/>
              <a:gd name="connsiteX507" fmla="*/ 2331339 w 4682585"/>
              <a:gd name="connsiteY507" fmla="*/ 1257014 h 2174272"/>
              <a:gd name="connsiteX508" fmla="*/ 2006251 w 4682585"/>
              <a:gd name="connsiteY508" fmla="*/ 1257014 h 2174272"/>
              <a:gd name="connsiteX509" fmla="*/ 2006251 w 4682585"/>
              <a:gd name="connsiteY509" fmla="*/ 1403604 h 2174272"/>
              <a:gd name="connsiteX510" fmla="*/ 2163985 w 4682585"/>
              <a:gd name="connsiteY510" fmla="*/ 1403604 h 2174272"/>
              <a:gd name="connsiteX511" fmla="*/ 2163985 w 4682585"/>
              <a:gd name="connsiteY511" fmla="*/ 1257014 h 2174272"/>
              <a:gd name="connsiteX512" fmla="*/ 1838992 w 4682585"/>
              <a:gd name="connsiteY512" fmla="*/ 1257014 h 2174272"/>
              <a:gd name="connsiteX513" fmla="*/ 1838992 w 4682585"/>
              <a:gd name="connsiteY513" fmla="*/ 1403604 h 2174272"/>
              <a:gd name="connsiteX514" fmla="*/ 1996726 w 4682585"/>
              <a:gd name="connsiteY514" fmla="*/ 1403604 h 2174272"/>
              <a:gd name="connsiteX515" fmla="*/ 1996726 w 4682585"/>
              <a:gd name="connsiteY515" fmla="*/ 1257014 h 2174272"/>
              <a:gd name="connsiteX516" fmla="*/ 1671733 w 4682585"/>
              <a:gd name="connsiteY516" fmla="*/ 1257014 h 2174272"/>
              <a:gd name="connsiteX517" fmla="*/ 1671733 w 4682585"/>
              <a:gd name="connsiteY517" fmla="*/ 1403604 h 2174272"/>
              <a:gd name="connsiteX518" fmla="*/ 1829467 w 4682585"/>
              <a:gd name="connsiteY518" fmla="*/ 1403604 h 2174272"/>
              <a:gd name="connsiteX519" fmla="*/ 1829467 w 4682585"/>
              <a:gd name="connsiteY519" fmla="*/ 1257014 h 2174272"/>
              <a:gd name="connsiteX520" fmla="*/ 1504474 w 4682585"/>
              <a:gd name="connsiteY520" fmla="*/ 1257014 h 2174272"/>
              <a:gd name="connsiteX521" fmla="*/ 1504474 w 4682585"/>
              <a:gd name="connsiteY521" fmla="*/ 1403604 h 2174272"/>
              <a:gd name="connsiteX522" fmla="*/ 1662208 w 4682585"/>
              <a:gd name="connsiteY522" fmla="*/ 1403604 h 2174272"/>
              <a:gd name="connsiteX523" fmla="*/ 1662208 w 4682585"/>
              <a:gd name="connsiteY523" fmla="*/ 1257014 h 2174272"/>
              <a:gd name="connsiteX524" fmla="*/ 1337215 w 4682585"/>
              <a:gd name="connsiteY524" fmla="*/ 1257014 h 2174272"/>
              <a:gd name="connsiteX525" fmla="*/ 1337215 w 4682585"/>
              <a:gd name="connsiteY525" fmla="*/ 1403604 h 2174272"/>
              <a:gd name="connsiteX526" fmla="*/ 1494949 w 4682585"/>
              <a:gd name="connsiteY526" fmla="*/ 1403604 h 2174272"/>
              <a:gd name="connsiteX527" fmla="*/ 1494949 w 4682585"/>
              <a:gd name="connsiteY527" fmla="*/ 1257014 h 2174272"/>
              <a:gd name="connsiteX528" fmla="*/ 1169956 w 4682585"/>
              <a:gd name="connsiteY528" fmla="*/ 1257014 h 2174272"/>
              <a:gd name="connsiteX529" fmla="*/ 1169956 w 4682585"/>
              <a:gd name="connsiteY529" fmla="*/ 1403604 h 2174272"/>
              <a:gd name="connsiteX530" fmla="*/ 1327690 w 4682585"/>
              <a:gd name="connsiteY530" fmla="*/ 1403604 h 2174272"/>
              <a:gd name="connsiteX531" fmla="*/ 1327690 w 4682585"/>
              <a:gd name="connsiteY531" fmla="*/ 1257014 h 2174272"/>
              <a:gd name="connsiteX532" fmla="*/ 1002697 w 4682585"/>
              <a:gd name="connsiteY532" fmla="*/ 1257014 h 2174272"/>
              <a:gd name="connsiteX533" fmla="*/ 1002697 w 4682585"/>
              <a:gd name="connsiteY533" fmla="*/ 1403604 h 2174272"/>
              <a:gd name="connsiteX534" fmla="*/ 1160431 w 4682585"/>
              <a:gd name="connsiteY534" fmla="*/ 1403604 h 2174272"/>
              <a:gd name="connsiteX535" fmla="*/ 1160431 w 4682585"/>
              <a:gd name="connsiteY535" fmla="*/ 1257014 h 2174272"/>
              <a:gd name="connsiteX536" fmla="*/ 835438 w 4682585"/>
              <a:gd name="connsiteY536" fmla="*/ 1257014 h 2174272"/>
              <a:gd name="connsiteX537" fmla="*/ 835438 w 4682585"/>
              <a:gd name="connsiteY537" fmla="*/ 1403604 h 2174272"/>
              <a:gd name="connsiteX538" fmla="*/ 993172 w 4682585"/>
              <a:gd name="connsiteY538" fmla="*/ 1403604 h 2174272"/>
              <a:gd name="connsiteX539" fmla="*/ 993172 w 4682585"/>
              <a:gd name="connsiteY539" fmla="*/ 1257014 h 2174272"/>
              <a:gd name="connsiteX540" fmla="*/ 668179 w 4682585"/>
              <a:gd name="connsiteY540" fmla="*/ 1257014 h 2174272"/>
              <a:gd name="connsiteX541" fmla="*/ 668179 w 4682585"/>
              <a:gd name="connsiteY541" fmla="*/ 1403604 h 2174272"/>
              <a:gd name="connsiteX542" fmla="*/ 825913 w 4682585"/>
              <a:gd name="connsiteY542" fmla="*/ 1403604 h 2174272"/>
              <a:gd name="connsiteX543" fmla="*/ 825913 w 4682585"/>
              <a:gd name="connsiteY543" fmla="*/ 1257014 h 2174272"/>
              <a:gd name="connsiteX544" fmla="*/ 500920 w 4682585"/>
              <a:gd name="connsiteY544" fmla="*/ 1257014 h 2174272"/>
              <a:gd name="connsiteX545" fmla="*/ 500920 w 4682585"/>
              <a:gd name="connsiteY545" fmla="*/ 1403604 h 2174272"/>
              <a:gd name="connsiteX546" fmla="*/ 658654 w 4682585"/>
              <a:gd name="connsiteY546" fmla="*/ 1403604 h 2174272"/>
              <a:gd name="connsiteX547" fmla="*/ 658654 w 4682585"/>
              <a:gd name="connsiteY547" fmla="*/ 1257014 h 2174272"/>
              <a:gd name="connsiteX548" fmla="*/ 333566 w 4682585"/>
              <a:gd name="connsiteY548" fmla="*/ 1257014 h 2174272"/>
              <a:gd name="connsiteX549" fmla="*/ 333566 w 4682585"/>
              <a:gd name="connsiteY549" fmla="*/ 1403604 h 2174272"/>
              <a:gd name="connsiteX550" fmla="*/ 491395 w 4682585"/>
              <a:gd name="connsiteY550" fmla="*/ 1403604 h 2174272"/>
              <a:gd name="connsiteX551" fmla="*/ 491395 w 4682585"/>
              <a:gd name="connsiteY551" fmla="*/ 1257014 h 2174272"/>
              <a:gd name="connsiteX552" fmla="*/ 166307 w 4682585"/>
              <a:gd name="connsiteY552" fmla="*/ 1257014 h 2174272"/>
              <a:gd name="connsiteX553" fmla="*/ 166307 w 4682585"/>
              <a:gd name="connsiteY553" fmla="*/ 1403604 h 2174272"/>
              <a:gd name="connsiteX554" fmla="*/ 324041 w 4682585"/>
              <a:gd name="connsiteY554" fmla="*/ 1403604 h 2174272"/>
              <a:gd name="connsiteX555" fmla="*/ 324041 w 4682585"/>
              <a:gd name="connsiteY555" fmla="*/ 1257014 h 2174272"/>
              <a:gd name="connsiteX556" fmla="*/ 9525 w 4682585"/>
              <a:gd name="connsiteY556" fmla="*/ 1257014 h 2174272"/>
              <a:gd name="connsiteX557" fmla="*/ 9525 w 4682585"/>
              <a:gd name="connsiteY557" fmla="*/ 1403604 h 2174272"/>
              <a:gd name="connsiteX558" fmla="*/ 156782 w 4682585"/>
              <a:gd name="connsiteY558" fmla="*/ 1403604 h 2174272"/>
              <a:gd name="connsiteX559" fmla="*/ 156782 w 4682585"/>
              <a:gd name="connsiteY559" fmla="*/ 1257014 h 2174272"/>
              <a:gd name="connsiteX560" fmla="*/ 4515326 w 4682585"/>
              <a:gd name="connsiteY560" fmla="*/ 1100899 h 2174272"/>
              <a:gd name="connsiteX561" fmla="*/ 4515326 w 4682585"/>
              <a:gd name="connsiteY561" fmla="*/ 1247489 h 2174272"/>
              <a:gd name="connsiteX562" fmla="*/ 4673060 w 4682585"/>
              <a:gd name="connsiteY562" fmla="*/ 1247489 h 2174272"/>
              <a:gd name="connsiteX563" fmla="*/ 4673060 w 4682585"/>
              <a:gd name="connsiteY563" fmla="*/ 1100899 h 2174272"/>
              <a:gd name="connsiteX564" fmla="*/ 4348068 w 4682585"/>
              <a:gd name="connsiteY564" fmla="*/ 1100899 h 2174272"/>
              <a:gd name="connsiteX565" fmla="*/ 4348068 w 4682585"/>
              <a:gd name="connsiteY565" fmla="*/ 1247489 h 2174272"/>
              <a:gd name="connsiteX566" fmla="*/ 4505801 w 4682585"/>
              <a:gd name="connsiteY566" fmla="*/ 1247489 h 2174272"/>
              <a:gd name="connsiteX567" fmla="*/ 4505801 w 4682585"/>
              <a:gd name="connsiteY567" fmla="*/ 1100899 h 2174272"/>
              <a:gd name="connsiteX568" fmla="*/ 4180809 w 4682585"/>
              <a:gd name="connsiteY568" fmla="*/ 1100899 h 2174272"/>
              <a:gd name="connsiteX569" fmla="*/ 4180809 w 4682585"/>
              <a:gd name="connsiteY569" fmla="*/ 1247489 h 2174272"/>
              <a:gd name="connsiteX570" fmla="*/ 4338543 w 4682585"/>
              <a:gd name="connsiteY570" fmla="*/ 1247489 h 2174272"/>
              <a:gd name="connsiteX571" fmla="*/ 4338543 w 4682585"/>
              <a:gd name="connsiteY571" fmla="*/ 1100899 h 2174272"/>
              <a:gd name="connsiteX572" fmla="*/ 4013550 w 4682585"/>
              <a:gd name="connsiteY572" fmla="*/ 1100899 h 2174272"/>
              <a:gd name="connsiteX573" fmla="*/ 4013550 w 4682585"/>
              <a:gd name="connsiteY573" fmla="*/ 1247489 h 2174272"/>
              <a:gd name="connsiteX574" fmla="*/ 4171284 w 4682585"/>
              <a:gd name="connsiteY574" fmla="*/ 1247489 h 2174272"/>
              <a:gd name="connsiteX575" fmla="*/ 4171284 w 4682585"/>
              <a:gd name="connsiteY575" fmla="*/ 1100899 h 2174272"/>
              <a:gd name="connsiteX576" fmla="*/ 3846291 w 4682585"/>
              <a:gd name="connsiteY576" fmla="*/ 1100899 h 2174272"/>
              <a:gd name="connsiteX577" fmla="*/ 3846291 w 4682585"/>
              <a:gd name="connsiteY577" fmla="*/ 1247489 h 2174272"/>
              <a:gd name="connsiteX578" fmla="*/ 4004025 w 4682585"/>
              <a:gd name="connsiteY578" fmla="*/ 1247489 h 2174272"/>
              <a:gd name="connsiteX579" fmla="*/ 4004025 w 4682585"/>
              <a:gd name="connsiteY579" fmla="*/ 1100899 h 2174272"/>
              <a:gd name="connsiteX580" fmla="*/ 3678936 w 4682585"/>
              <a:gd name="connsiteY580" fmla="*/ 1100899 h 2174272"/>
              <a:gd name="connsiteX581" fmla="*/ 3678936 w 4682585"/>
              <a:gd name="connsiteY581" fmla="*/ 1247489 h 2174272"/>
              <a:gd name="connsiteX582" fmla="*/ 3836766 w 4682585"/>
              <a:gd name="connsiteY582" fmla="*/ 1247489 h 2174272"/>
              <a:gd name="connsiteX583" fmla="*/ 3836766 w 4682585"/>
              <a:gd name="connsiteY583" fmla="*/ 1100899 h 2174272"/>
              <a:gd name="connsiteX584" fmla="*/ 3511677 w 4682585"/>
              <a:gd name="connsiteY584" fmla="*/ 1100899 h 2174272"/>
              <a:gd name="connsiteX585" fmla="*/ 3511677 w 4682585"/>
              <a:gd name="connsiteY585" fmla="*/ 1247489 h 2174272"/>
              <a:gd name="connsiteX586" fmla="*/ 3669411 w 4682585"/>
              <a:gd name="connsiteY586" fmla="*/ 1247489 h 2174272"/>
              <a:gd name="connsiteX587" fmla="*/ 3669411 w 4682585"/>
              <a:gd name="connsiteY587" fmla="*/ 1100899 h 2174272"/>
              <a:gd name="connsiteX588" fmla="*/ 3344418 w 4682585"/>
              <a:gd name="connsiteY588" fmla="*/ 1100899 h 2174272"/>
              <a:gd name="connsiteX589" fmla="*/ 3344418 w 4682585"/>
              <a:gd name="connsiteY589" fmla="*/ 1247489 h 2174272"/>
              <a:gd name="connsiteX590" fmla="*/ 3502152 w 4682585"/>
              <a:gd name="connsiteY590" fmla="*/ 1247489 h 2174272"/>
              <a:gd name="connsiteX591" fmla="*/ 3502152 w 4682585"/>
              <a:gd name="connsiteY591" fmla="*/ 1100899 h 2174272"/>
              <a:gd name="connsiteX592" fmla="*/ 3177159 w 4682585"/>
              <a:gd name="connsiteY592" fmla="*/ 1100899 h 2174272"/>
              <a:gd name="connsiteX593" fmla="*/ 3177159 w 4682585"/>
              <a:gd name="connsiteY593" fmla="*/ 1247489 h 2174272"/>
              <a:gd name="connsiteX594" fmla="*/ 3334893 w 4682585"/>
              <a:gd name="connsiteY594" fmla="*/ 1247489 h 2174272"/>
              <a:gd name="connsiteX595" fmla="*/ 3334893 w 4682585"/>
              <a:gd name="connsiteY595" fmla="*/ 1100899 h 2174272"/>
              <a:gd name="connsiteX596" fmla="*/ 3009900 w 4682585"/>
              <a:gd name="connsiteY596" fmla="*/ 1100899 h 2174272"/>
              <a:gd name="connsiteX597" fmla="*/ 3009900 w 4682585"/>
              <a:gd name="connsiteY597" fmla="*/ 1247489 h 2174272"/>
              <a:gd name="connsiteX598" fmla="*/ 3167634 w 4682585"/>
              <a:gd name="connsiteY598" fmla="*/ 1247489 h 2174272"/>
              <a:gd name="connsiteX599" fmla="*/ 3167634 w 4682585"/>
              <a:gd name="connsiteY599" fmla="*/ 1100899 h 2174272"/>
              <a:gd name="connsiteX600" fmla="*/ 2842641 w 4682585"/>
              <a:gd name="connsiteY600" fmla="*/ 1100899 h 2174272"/>
              <a:gd name="connsiteX601" fmla="*/ 2842641 w 4682585"/>
              <a:gd name="connsiteY601" fmla="*/ 1247489 h 2174272"/>
              <a:gd name="connsiteX602" fmla="*/ 3000375 w 4682585"/>
              <a:gd name="connsiteY602" fmla="*/ 1247489 h 2174272"/>
              <a:gd name="connsiteX603" fmla="*/ 3000375 w 4682585"/>
              <a:gd name="connsiteY603" fmla="*/ 1100899 h 2174272"/>
              <a:gd name="connsiteX604" fmla="*/ 2675382 w 4682585"/>
              <a:gd name="connsiteY604" fmla="*/ 1100899 h 2174272"/>
              <a:gd name="connsiteX605" fmla="*/ 2675382 w 4682585"/>
              <a:gd name="connsiteY605" fmla="*/ 1247489 h 2174272"/>
              <a:gd name="connsiteX606" fmla="*/ 2833116 w 4682585"/>
              <a:gd name="connsiteY606" fmla="*/ 1247489 h 2174272"/>
              <a:gd name="connsiteX607" fmla="*/ 2833116 w 4682585"/>
              <a:gd name="connsiteY607" fmla="*/ 1100899 h 2174272"/>
              <a:gd name="connsiteX608" fmla="*/ 2508123 w 4682585"/>
              <a:gd name="connsiteY608" fmla="*/ 1100899 h 2174272"/>
              <a:gd name="connsiteX609" fmla="*/ 2508123 w 4682585"/>
              <a:gd name="connsiteY609" fmla="*/ 1247489 h 2174272"/>
              <a:gd name="connsiteX610" fmla="*/ 2665857 w 4682585"/>
              <a:gd name="connsiteY610" fmla="*/ 1247489 h 2174272"/>
              <a:gd name="connsiteX611" fmla="*/ 2665857 w 4682585"/>
              <a:gd name="connsiteY611" fmla="*/ 1100899 h 2174272"/>
              <a:gd name="connsiteX612" fmla="*/ 2340864 w 4682585"/>
              <a:gd name="connsiteY612" fmla="*/ 1100899 h 2174272"/>
              <a:gd name="connsiteX613" fmla="*/ 2340864 w 4682585"/>
              <a:gd name="connsiteY613" fmla="*/ 1247489 h 2174272"/>
              <a:gd name="connsiteX614" fmla="*/ 2498598 w 4682585"/>
              <a:gd name="connsiteY614" fmla="*/ 1247489 h 2174272"/>
              <a:gd name="connsiteX615" fmla="*/ 2498598 w 4682585"/>
              <a:gd name="connsiteY615" fmla="*/ 1100899 h 2174272"/>
              <a:gd name="connsiteX616" fmla="*/ 2173510 w 4682585"/>
              <a:gd name="connsiteY616" fmla="*/ 1100899 h 2174272"/>
              <a:gd name="connsiteX617" fmla="*/ 2173510 w 4682585"/>
              <a:gd name="connsiteY617" fmla="*/ 1247489 h 2174272"/>
              <a:gd name="connsiteX618" fmla="*/ 2331339 w 4682585"/>
              <a:gd name="connsiteY618" fmla="*/ 1247489 h 2174272"/>
              <a:gd name="connsiteX619" fmla="*/ 2331339 w 4682585"/>
              <a:gd name="connsiteY619" fmla="*/ 1100899 h 2174272"/>
              <a:gd name="connsiteX620" fmla="*/ 2006251 w 4682585"/>
              <a:gd name="connsiteY620" fmla="*/ 1100899 h 2174272"/>
              <a:gd name="connsiteX621" fmla="*/ 2006251 w 4682585"/>
              <a:gd name="connsiteY621" fmla="*/ 1247489 h 2174272"/>
              <a:gd name="connsiteX622" fmla="*/ 2163985 w 4682585"/>
              <a:gd name="connsiteY622" fmla="*/ 1247489 h 2174272"/>
              <a:gd name="connsiteX623" fmla="*/ 2163985 w 4682585"/>
              <a:gd name="connsiteY623" fmla="*/ 1100899 h 2174272"/>
              <a:gd name="connsiteX624" fmla="*/ 1838992 w 4682585"/>
              <a:gd name="connsiteY624" fmla="*/ 1100899 h 2174272"/>
              <a:gd name="connsiteX625" fmla="*/ 1838992 w 4682585"/>
              <a:gd name="connsiteY625" fmla="*/ 1247489 h 2174272"/>
              <a:gd name="connsiteX626" fmla="*/ 1996726 w 4682585"/>
              <a:gd name="connsiteY626" fmla="*/ 1247489 h 2174272"/>
              <a:gd name="connsiteX627" fmla="*/ 1996726 w 4682585"/>
              <a:gd name="connsiteY627" fmla="*/ 1100899 h 2174272"/>
              <a:gd name="connsiteX628" fmla="*/ 1671733 w 4682585"/>
              <a:gd name="connsiteY628" fmla="*/ 1100899 h 2174272"/>
              <a:gd name="connsiteX629" fmla="*/ 1671733 w 4682585"/>
              <a:gd name="connsiteY629" fmla="*/ 1247489 h 2174272"/>
              <a:gd name="connsiteX630" fmla="*/ 1829467 w 4682585"/>
              <a:gd name="connsiteY630" fmla="*/ 1247489 h 2174272"/>
              <a:gd name="connsiteX631" fmla="*/ 1829467 w 4682585"/>
              <a:gd name="connsiteY631" fmla="*/ 1100899 h 2174272"/>
              <a:gd name="connsiteX632" fmla="*/ 1504474 w 4682585"/>
              <a:gd name="connsiteY632" fmla="*/ 1100899 h 2174272"/>
              <a:gd name="connsiteX633" fmla="*/ 1504474 w 4682585"/>
              <a:gd name="connsiteY633" fmla="*/ 1247489 h 2174272"/>
              <a:gd name="connsiteX634" fmla="*/ 1662208 w 4682585"/>
              <a:gd name="connsiteY634" fmla="*/ 1247489 h 2174272"/>
              <a:gd name="connsiteX635" fmla="*/ 1662208 w 4682585"/>
              <a:gd name="connsiteY635" fmla="*/ 1100899 h 2174272"/>
              <a:gd name="connsiteX636" fmla="*/ 1337215 w 4682585"/>
              <a:gd name="connsiteY636" fmla="*/ 1100899 h 2174272"/>
              <a:gd name="connsiteX637" fmla="*/ 1337215 w 4682585"/>
              <a:gd name="connsiteY637" fmla="*/ 1247489 h 2174272"/>
              <a:gd name="connsiteX638" fmla="*/ 1494949 w 4682585"/>
              <a:gd name="connsiteY638" fmla="*/ 1247489 h 2174272"/>
              <a:gd name="connsiteX639" fmla="*/ 1494949 w 4682585"/>
              <a:gd name="connsiteY639" fmla="*/ 1100899 h 2174272"/>
              <a:gd name="connsiteX640" fmla="*/ 1169956 w 4682585"/>
              <a:gd name="connsiteY640" fmla="*/ 1100899 h 2174272"/>
              <a:gd name="connsiteX641" fmla="*/ 1169956 w 4682585"/>
              <a:gd name="connsiteY641" fmla="*/ 1247489 h 2174272"/>
              <a:gd name="connsiteX642" fmla="*/ 1327690 w 4682585"/>
              <a:gd name="connsiteY642" fmla="*/ 1247489 h 2174272"/>
              <a:gd name="connsiteX643" fmla="*/ 1327690 w 4682585"/>
              <a:gd name="connsiteY643" fmla="*/ 1100899 h 2174272"/>
              <a:gd name="connsiteX644" fmla="*/ 1002697 w 4682585"/>
              <a:gd name="connsiteY644" fmla="*/ 1100899 h 2174272"/>
              <a:gd name="connsiteX645" fmla="*/ 1002697 w 4682585"/>
              <a:gd name="connsiteY645" fmla="*/ 1247489 h 2174272"/>
              <a:gd name="connsiteX646" fmla="*/ 1160431 w 4682585"/>
              <a:gd name="connsiteY646" fmla="*/ 1247489 h 2174272"/>
              <a:gd name="connsiteX647" fmla="*/ 1160431 w 4682585"/>
              <a:gd name="connsiteY647" fmla="*/ 1100899 h 2174272"/>
              <a:gd name="connsiteX648" fmla="*/ 835438 w 4682585"/>
              <a:gd name="connsiteY648" fmla="*/ 1100899 h 2174272"/>
              <a:gd name="connsiteX649" fmla="*/ 835438 w 4682585"/>
              <a:gd name="connsiteY649" fmla="*/ 1247489 h 2174272"/>
              <a:gd name="connsiteX650" fmla="*/ 993172 w 4682585"/>
              <a:gd name="connsiteY650" fmla="*/ 1247489 h 2174272"/>
              <a:gd name="connsiteX651" fmla="*/ 993172 w 4682585"/>
              <a:gd name="connsiteY651" fmla="*/ 1100899 h 2174272"/>
              <a:gd name="connsiteX652" fmla="*/ 668179 w 4682585"/>
              <a:gd name="connsiteY652" fmla="*/ 1100899 h 2174272"/>
              <a:gd name="connsiteX653" fmla="*/ 668179 w 4682585"/>
              <a:gd name="connsiteY653" fmla="*/ 1247489 h 2174272"/>
              <a:gd name="connsiteX654" fmla="*/ 825913 w 4682585"/>
              <a:gd name="connsiteY654" fmla="*/ 1247489 h 2174272"/>
              <a:gd name="connsiteX655" fmla="*/ 825913 w 4682585"/>
              <a:gd name="connsiteY655" fmla="*/ 1100899 h 2174272"/>
              <a:gd name="connsiteX656" fmla="*/ 500920 w 4682585"/>
              <a:gd name="connsiteY656" fmla="*/ 1100899 h 2174272"/>
              <a:gd name="connsiteX657" fmla="*/ 500920 w 4682585"/>
              <a:gd name="connsiteY657" fmla="*/ 1247489 h 2174272"/>
              <a:gd name="connsiteX658" fmla="*/ 658654 w 4682585"/>
              <a:gd name="connsiteY658" fmla="*/ 1247489 h 2174272"/>
              <a:gd name="connsiteX659" fmla="*/ 658654 w 4682585"/>
              <a:gd name="connsiteY659" fmla="*/ 1100899 h 2174272"/>
              <a:gd name="connsiteX660" fmla="*/ 333566 w 4682585"/>
              <a:gd name="connsiteY660" fmla="*/ 1100899 h 2174272"/>
              <a:gd name="connsiteX661" fmla="*/ 333566 w 4682585"/>
              <a:gd name="connsiteY661" fmla="*/ 1247489 h 2174272"/>
              <a:gd name="connsiteX662" fmla="*/ 491395 w 4682585"/>
              <a:gd name="connsiteY662" fmla="*/ 1247489 h 2174272"/>
              <a:gd name="connsiteX663" fmla="*/ 491395 w 4682585"/>
              <a:gd name="connsiteY663" fmla="*/ 1100899 h 2174272"/>
              <a:gd name="connsiteX664" fmla="*/ 166307 w 4682585"/>
              <a:gd name="connsiteY664" fmla="*/ 1100899 h 2174272"/>
              <a:gd name="connsiteX665" fmla="*/ 166307 w 4682585"/>
              <a:gd name="connsiteY665" fmla="*/ 1247489 h 2174272"/>
              <a:gd name="connsiteX666" fmla="*/ 324041 w 4682585"/>
              <a:gd name="connsiteY666" fmla="*/ 1247489 h 2174272"/>
              <a:gd name="connsiteX667" fmla="*/ 324041 w 4682585"/>
              <a:gd name="connsiteY667" fmla="*/ 1100899 h 2174272"/>
              <a:gd name="connsiteX668" fmla="*/ 9525 w 4682585"/>
              <a:gd name="connsiteY668" fmla="*/ 1100899 h 2174272"/>
              <a:gd name="connsiteX669" fmla="*/ 9525 w 4682585"/>
              <a:gd name="connsiteY669" fmla="*/ 1247489 h 2174272"/>
              <a:gd name="connsiteX670" fmla="*/ 156782 w 4682585"/>
              <a:gd name="connsiteY670" fmla="*/ 1247489 h 2174272"/>
              <a:gd name="connsiteX671" fmla="*/ 156782 w 4682585"/>
              <a:gd name="connsiteY671" fmla="*/ 1100899 h 2174272"/>
              <a:gd name="connsiteX672" fmla="*/ 4515326 w 4682585"/>
              <a:gd name="connsiteY672" fmla="*/ 944784 h 2174272"/>
              <a:gd name="connsiteX673" fmla="*/ 4515326 w 4682585"/>
              <a:gd name="connsiteY673" fmla="*/ 1091374 h 2174272"/>
              <a:gd name="connsiteX674" fmla="*/ 4673060 w 4682585"/>
              <a:gd name="connsiteY674" fmla="*/ 1091374 h 2174272"/>
              <a:gd name="connsiteX675" fmla="*/ 4673060 w 4682585"/>
              <a:gd name="connsiteY675" fmla="*/ 944784 h 2174272"/>
              <a:gd name="connsiteX676" fmla="*/ 4348068 w 4682585"/>
              <a:gd name="connsiteY676" fmla="*/ 944784 h 2174272"/>
              <a:gd name="connsiteX677" fmla="*/ 4348068 w 4682585"/>
              <a:gd name="connsiteY677" fmla="*/ 1091374 h 2174272"/>
              <a:gd name="connsiteX678" fmla="*/ 4505801 w 4682585"/>
              <a:gd name="connsiteY678" fmla="*/ 1091374 h 2174272"/>
              <a:gd name="connsiteX679" fmla="*/ 4505801 w 4682585"/>
              <a:gd name="connsiteY679" fmla="*/ 944784 h 2174272"/>
              <a:gd name="connsiteX680" fmla="*/ 4180809 w 4682585"/>
              <a:gd name="connsiteY680" fmla="*/ 944784 h 2174272"/>
              <a:gd name="connsiteX681" fmla="*/ 4180809 w 4682585"/>
              <a:gd name="connsiteY681" fmla="*/ 1091374 h 2174272"/>
              <a:gd name="connsiteX682" fmla="*/ 4338543 w 4682585"/>
              <a:gd name="connsiteY682" fmla="*/ 1091374 h 2174272"/>
              <a:gd name="connsiteX683" fmla="*/ 4338543 w 4682585"/>
              <a:gd name="connsiteY683" fmla="*/ 944784 h 2174272"/>
              <a:gd name="connsiteX684" fmla="*/ 4013550 w 4682585"/>
              <a:gd name="connsiteY684" fmla="*/ 944784 h 2174272"/>
              <a:gd name="connsiteX685" fmla="*/ 4013550 w 4682585"/>
              <a:gd name="connsiteY685" fmla="*/ 1091374 h 2174272"/>
              <a:gd name="connsiteX686" fmla="*/ 4171284 w 4682585"/>
              <a:gd name="connsiteY686" fmla="*/ 1091374 h 2174272"/>
              <a:gd name="connsiteX687" fmla="*/ 4171284 w 4682585"/>
              <a:gd name="connsiteY687" fmla="*/ 944784 h 2174272"/>
              <a:gd name="connsiteX688" fmla="*/ 3846291 w 4682585"/>
              <a:gd name="connsiteY688" fmla="*/ 944784 h 2174272"/>
              <a:gd name="connsiteX689" fmla="*/ 3846291 w 4682585"/>
              <a:gd name="connsiteY689" fmla="*/ 1091374 h 2174272"/>
              <a:gd name="connsiteX690" fmla="*/ 4004025 w 4682585"/>
              <a:gd name="connsiteY690" fmla="*/ 1091374 h 2174272"/>
              <a:gd name="connsiteX691" fmla="*/ 4004025 w 4682585"/>
              <a:gd name="connsiteY691" fmla="*/ 944784 h 2174272"/>
              <a:gd name="connsiteX692" fmla="*/ 3678936 w 4682585"/>
              <a:gd name="connsiteY692" fmla="*/ 944784 h 2174272"/>
              <a:gd name="connsiteX693" fmla="*/ 3678936 w 4682585"/>
              <a:gd name="connsiteY693" fmla="*/ 1091374 h 2174272"/>
              <a:gd name="connsiteX694" fmla="*/ 3836766 w 4682585"/>
              <a:gd name="connsiteY694" fmla="*/ 1091374 h 2174272"/>
              <a:gd name="connsiteX695" fmla="*/ 3836766 w 4682585"/>
              <a:gd name="connsiteY695" fmla="*/ 944784 h 2174272"/>
              <a:gd name="connsiteX696" fmla="*/ 3511677 w 4682585"/>
              <a:gd name="connsiteY696" fmla="*/ 944784 h 2174272"/>
              <a:gd name="connsiteX697" fmla="*/ 3511677 w 4682585"/>
              <a:gd name="connsiteY697" fmla="*/ 1091374 h 2174272"/>
              <a:gd name="connsiteX698" fmla="*/ 3669411 w 4682585"/>
              <a:gd name="connsiteY698" fmla="*/ 1091374 h 2174272"/>
              <a:gd name="connsiteX699" fmla="*/ 3669411 w 4682585"/>
              <a:gd name="connsiteY699" fmla="*/ 944784 h 2174272"/>
              <a:gd name="connsiteX700" fmla="*/ 3344418 w 4682585"/>
              <a:gd name="connsiteY700" fmla="*/ 944784 h 2174272"/>
              <a:gd name="connsiteX701" fmla="*/ 3344418 w 4682585"/>
              <a:gd name="connsiteY701" fmla="*/ 1091374 h 2174272"/>
              <a:gd name="connsiteX702" fmla="*/ 3502152 w 4682585"/>
              <a:gd name="connsiteY702" fmla="*/ 1091374 h 2174272"/>
              <a:gd name="connsiteX703" fmla="*/ 3502152 w 4682585"/>
              <a:gd name="connsiteY703" fmla="*/ 944784 h 2174272"/>
              <a:gd name="connsiteX704" fmla="*/ 3177159 w 4682585"/>
              <a:gd name="connsiteY704" fmla="*/ 944784 h 2174272"/>
              <a:gd name="connsiteX705" fmla="*/ 3177159 w 4682585"/>
              <a:gd name="connsiteY705" fmla="*/ 1091374 h 2174272"/>
              <a:gd name="connsiteX706" fmla="*/ 3334893 w 4682585"/>
              <a:gd name="connsiteY706" fmla="*/ 1091374 h 2174272"/>
              <a:gd name="connsiteX707" fmla="*/ 3334893 w 4682585"/>
              <a:gd name="connsiteY707" fmla="*/ 944784 h 2174272"/>
              <a:gd name="connsiteX708" fmla="*/ 3009900 w 4682585"/>
              <a:gd name="connsiteY708" fmla="*/ 944784 h 2174272"/>
              <a:gd name="connsiteX709" fmla="*/ 3009900 w 4682585"/>
              <a:gd name="connsiteY709" fmla="*/ 1091374 h 2174272"/>
              <a:gd name="connsiteX710" fmla="*/ 3167634 w 4682585"/>
              <a:gd name="connsiteY710" fmla="*/ 1091374 h 2174272"/>
              <a:gd name="connsiteX711" fmla="*/ 3167634 w 4682585"/>
              <a:gd name="connsiteY711" fmla="*/ 944784 h 2174272"/>
              <a:gd name="connsiteX712" fmla="*/ 2842641 w 4682585"/>
              <a:gd name="connsiteY712" fmla="*/ 944784 h 2174272"/>
              <a:gd name="connsiteX713" fmla="*/ 2842641 w 4682585"/>
              <a:gd name="connsiteY713" fmla="*/ 1091374 h 2174272"/>
              <a:gd name="connsiteX714" fmla="*/ 3000375 w 4682585"/>
              <a:gd name="connsiteY714" fmla="*/ 1091374 h 2174272"/>
              <a:gd name="connsiteX715" fmla="*/ 3000375 w 4682585"/>
              <a:gd name="connsiteY715" fmla="*/ 944784 h 2174272"/>
              <a:gd name="connsiteX716" fmla="*/ 2675382 w 4682585"/>
              <a:gd name="connsiteY716" fmla="*/ 944784 h 2174272"/>
              <a:gd name="connsiteX717" fmla="*/ 2675382 w 4682585"/>
              <a:gd name="connsiteY717" fmla="*/ 1091374 h 2174272"/>
              <a:gd name="connsiteX718" fmla="*/ 2833116 w 4682585"/>
              <a:gd name="connsiteY718" fmla="*/ 1091374 h 2174272"/>
              <a:gd name="connsiteX719" fmla="*/ 2833116 w 4682585"/>
              <a:gd name="connsiteY719" fmla="*/ 944784 h 2174272"/>
              <a:gd name="connsiteX720" fmla="*/ 2508123 w 4682585"/>
              <a:gd name="connsiteY720" fmla="*/ 944784 h 2174272"/>
              <a:gd name="connsiteX721" fmla="*/ 2508123 w 4682585"/>
              <a:gd name="connsiteY721" fmla="*/ 1091374 h 2174272"/>
              <a:gd name="connsiteX722" fmla="*/ 2665857 w 4682585"/>
              <a:gd name="connsiteY722" fmla="*/ 1091374 h 2174272"/>
              <a:gd name="connsiteX723" fmla="*/ 2665857 w 4682585"/>
              <a:gd name="connsiteY723" fmla="*/ 944784 h 2174272"/>
              <a:gd name="connsiteX724" fmla="*/ 2340864 w 4682585"/>
              <a:gd name="connsiteY724" fmla="*/ 944784 h 2174272"/>
              <a:gd name="connsiteX725" fmla="*/ 2340864 w 4682585"/>
              <a:gd name="connsiteY725" fmla="*/ 1091374 h 2174272"/>
              <a:gd name="connsiteX726" fmla="*/ 2498598 w 4682585"/>
              <a:gd name="connsiteY726" fmla="*/ 1091374 h 2174272"/>
              <a:gd name="connsiteX727" fmla="*/ 2498598 w 4682585"/>
              <a:gd name="connsiteY727" fmla="*/ 944784 h 2174272"/>
              <a:gd name="connsiteX728" fmla="*/ 2173510 w 4682585"/>
              <a:gd name="connsiteY728" fmla="*/ 944784 h 2174272"/>
              <a:gd name="connsiteX729" fmla="*/ 2173510 w 4682585"/>
              <a:gd name="connsiteY729" fmla="*/ 1091374 h 2174272"/>
              <a:gd name="connsiteX730" fmla="*/ 2331339 w 4682585"/>
              <a:gd name="connsiteY730" fmla="*/ 1091374 h 2174272"/>
              <a:gd name="connsiteX731" fmla="*/ 2331339 w 4682585"/>
              <a:gd name="connsiteY731" fmla="*/ 944784 h 2174272"/>
              <a:gd name="connsiteX732" fmla="*/ 2006251 w 4682585"/>
              <a:gd name="connsiteY732" fmla="*/ 944784 h 2174272"/>
              <a:gd name="connsiteX733" fmla="*/ 2006251 w 4682585"/>
              <a:gd name="connsiteY733" fmla="*/ 1091374 h 2174272"/>
              <a:gd name="connsiteX734" fmla="*/ 2163985 w 4682585"/>
              <a:gd name="connsiteY734" fmla="*/ 1091374 h 2174272"/>
              <a:gd name="connsiteX735" fmla="*/ 2163985 w 4682585"/>
              <a:gd name="connsiteY735" fmla="*/ 944784 h 2174272"/>
              <a:gd name="connsiteX736" fmla="*/ 1838992 w 4682585"/>
              <a:gd name="connsiteY736" fmla="*/ 944784 h 2174272"/>
              <a:gd name="connsiteX737" fmla="*/ 1838992 w 4682585"/>
              <a:gd name="connsiteY737" fmla="*/ 1091374 h 2174272"/>
              <a:gd name="connsiteX738" fmla="*/ 1996726 w 4682585"/>
              <a:gd name="connsiteY738" fmla="*/ 1091374 h 2174272"/>
              <a:gd name="connsiteX739" fmla="*/ 1996726 w 4682585"/>
              <a:gd name="connsiteY739" fmla="*/ 944784 h 2174272"/>
              <a:gd name="connsiteX740" fmla="*/ 1671733 w 4682585"/>
              <a:gd name="connsiteY740" fmla="*/ 944784 h 2174272"/>
              <a:gd name="connsiteX741" fmla="*/ 1671733 w 4682585"/>
              <a:gd name="connsiteY741" fmla="*/ 1091374 h 2174272"/>
              <a:gd name="connsiteX742" fmla="*/ 1829467 w 4682585"/>
              <a:gd name="connsiteY742" fmla="*/ 1091374 h 2174272"/>
              <a:gd name="connsiteX743" fmla="*/ 1829467 w 4682585"/>
              <a:gd name="connsiteY743" fmla="*/ 944784 h 2174272"/>
              <a:gd name="connsiteX744" fmla="*/ 1504474 w 4682585"/>
              <a:gd name="connsiteY744" fmla="*/ 944784 h 2174272"/>
              <a:gd name="connsiteX745" fmla="*/ 1504474 w 4682585"/>
              <a:gd name="connsiteY745" fmla="*/ 1091374 h 2174272"/>
              <a:gd name="connsiteX746" fmla="*/ 1662208 w 4682585"/>
              <a:gd name="connsiteY746" fmla="*/ 1091374 h 2174272"/>
              <a:gd name="connsiteX747" fmla="*/ 1662208 w 4682585"/>
              <a:gd name="connsiteY747" fmla="*/ 944784 h 2174272"/>
              <a:gd name="connsiteX748" fmla="*/ 1337215 w 4682585"/>
              <a:gd name="connsiteY748" fmla="*/ 944784 h 2174272"/>
              <a:gd name="connsiteX749" fmla="*/ 1337215 w 4682585"/>
              <a:gd name="connsiteY749" fmla="*/ 1091374 h 2174272"/>
              <a:gd name="connsiteX750" fmla="*/ 1494949 w 4682585"/>
              <a:gd name="connsiteY750" fmla="*/ 1091374 h 2174272"/>
              <a:gd name="connsiteX751" fmla="*/ 1494949 w 4682585"/>
              <a:gd name="connsiteY751" fmla="*/ 944784 h 2174272"/>
              <a:gd name="connsiteX752" fmla="*/ 1169956 w 4682585"/>
              <a:gd name="connsiteY752" fmla="*/ 944784 h 2174272"/>
              <a:gd name="connsiteX753" fmla="*/ 1169956 w 4682585"/>
              <a:gd name="connsiteY753" fmla="*/ 1091374 h 2174272"/>
              <a:gd name="connsiteX754" fmla="*/ 1327690 w 4682585"/>
              <a:gd name="connsiteY754" fmla="*/ 1091374 h 2174272"/>
              <a:gd name="connsiteX755" fmla="*/ 1327690 w 4682585"/>
              <a:gd name="connsiteY755" fmla="*/ 944784 h 2174272"/>
              <a:gd name="connsiteX756" fmla="*/ 1002697 w 4682585"/>
              <a:gd name="connsiteY756" fmla="*/ 944784 h 2174272"/>
              <a:gd name="connsiteX757" fmla="*/ 1002697 w 4682585"/>
              <a:gd name="connsiteY757" fmla="*/ 1091374 h 2174272"/>
              <a:gd name="connsiteX758" fmla="*/ 1160431 w 4682585"/>
              <a:gd name="connsiteY758" fmla="*/ 1091374 h 2174272"/>
              <a:gd name="connsiteX759" fmla="*/ 1160431 w 4682585"/>
              <a:gd name="connsiteY759" fmla="*/ 944784 h 2174272"/>
              <a:gd name="connsiteX760" fmla="*/ 835438 w 4682585"/>
              <a:gd name="connsiteY760" fmla="*/ 944784 h 2174272"/>
              <a:gd name="connsiteX761" fmla="*/ 835438 w 4682585"/>
              <a:gd name="connsiteY761" fmla="*/ 1091374 h 2174272"/>
              <a:gd name="connsiteX762" fmla="*/ 993172 w 4682585"/>
              <a:gd name="connsiteY762" fmla="*/ 1091374 h 2174272"/>
              <a:gd name="connsiteX763" fmla="*/ 993172 w 4682585"/>
              <a:gd name="connsiteY763" fmla="*/ 944784 h 2174272"/>
              <a:gd name="connsiteX764" fmla="*/ 668179 w 4682585"/>
              <a:gd name="connsiteY764" fmla="*/ 944784 h 2174272"/>
              <a:gd name="connsiteX765" fmla="*/ 668179 w 4682585"/>
              <a:gd name="connsiteY765" fmla="*/ 1091374 h 2174272"/>
              <a:gd name="connsiteX766" fmla="*/ 825913 w 4682585"/>
              <a:gd name="connsiteY766" fmla="*/ 1091374 h 2174272"/>
              <a:gd name="connsiteX767" fmla="*/ 825913 w 4682585"/>
              <a:gd name="connsiteY767" fmla="*/ 944784 h 2174272"/>
              <a:gd name="connsiteX768" fmla="*/ 500920 w 4682585"/>
              <a:gd name="connsiteY768" fmla="*/ 944784 h 2174272"/>
              <a:gd name="connsiteX769" fmla="*/ 500920 w 4682585"/>
              <a:gd name="connsiteY769" fmla="*/ 1091374 h 2174272"/>
              <a:gd name="connsiteX770" fmla="*/ 658654 w 4682585"/>
              <a:gd name="connsiteY770" fmla="*/ 1091374 h 2174272"/>
              <a:gd name="connsiteX771" fmla="*/ 658654 w 4682585"/>
              <a:gd name="connsiteY771" fmla="*/ 944784 h 2174272"/>
              <a:gd name="connsiteX772" fmla="*/ 333566 w 4682585"/>
              <a:gd name="connsiteY772" fmla="*/ 944784 h 2174272"/>
              <a:gd name="connsiteX773" fmla="*/ 333566 w 4682585"/>
              <a:gd name="connsiteY773" fmla="*/ 1091374 h 2174272"/>
              <a:gd name="connsiteX774" fmla="*/ 491395 w 4682585"/>
              <a:gd name="connsiteY774" fmla="*/ 1091374 h 2174272"/>
              <a:gd name="connsiteX775" fmla="*/ 491395 w 4682585"/>
              <a:gd name="connsiteY775" fmla="*/ 944784 h 2174272"/>
              <a:gd name="connsiteX776" fmla="*/ 166307 w 4682585"/>
              <a:gd name="connsiteY776" fmla="*/ 944784 h 2174272"/>
              <a:gd name="connsiteX777" fmla="*/ 166307 w 4682585"/>
              <a:gd name="connsiteY777" fmla="*/ 1091374 h 2174272"/>
              <a:gd name="connsiteX778" fmla="*/ 324041 w 4682585"/>
              <a:gd name="connsiteY778" fmla="*/ 1091374 h 2174272"/>
              <a:gd name="connsiteX779" fmla="*/ 324041 w 4682585"/>
              <a:gd name="connsiteY779" fmla="*/ 944784 h 2174272"/>
              <a:gd name="connsiteX780" fmla="*/ 9525 w 4682585"/>
              <a:gd name="connsiteY780" fmla="*/ 944784 h 2174272"/>
              <a:gd name="connsiteX781" fmla="*/ 9525 w 4682585"/>
              <a:gd name="connsiteY781" fmla="*/ 1091374 h 2174272"/>
              <a:gd name="connsiteX782" fmla="*/ 156782 w 4682585"/>
              <a:gd name="connsiteY782" fmla="*/ 1091374 h 2174272"/>
              <a:gd name="connsiteX783" fmla="*/ 156782 w 4682585"/>
              <a:gd name="connsiteY783" fmla="*/ 944784 h 2174272"/>
              <a:gd name="connsiteX784" fmla="*/ 4515326 w 4682585"/>
              <a:gd name="connsiteY784" fmla="*/ 788670 h 2174272"/>
              <a:gd name="connsiteX785" fmla="*/ 4515326 w 4682585"/>
              <a:gd name="connsiteY785" fmla="*/ 935259 h 2174272"/>
              <a:gd name="connsiteX786" fmla="*/ 4673060 w 4682585"/>
              <a:gd name="connsiteY786" fmla="*/ 935259 h 2174272"/>
              <a:gd name="connsiteX787" fmla="*/ 4673060 w 4682585"/>
              <a:gd name="connsiteY787" fmla="*/ 788670 h 2174272"/>
              <a:gd name="connsiteX788" fmla="*/ 4348068 w 4682585"/>
              <a:gd name="connsiteY788" fmla="*/ 788670 h 2174272"/>
              <a:gd name="connsiteX789" fmla="*/ 4348068 w 4682585"/>
              <a:gd name="connsiteY789" fmla="*/ 935259 h 2174272"/>
              <a:gd name="connsiteX790" fmla="*/ 4505801 w 4682585"/>
              <a:gd name="connsiteY790" fmla="*/ 935259 h 2174272"/>
              <a:gd name="connsiteX791" fmla="*/ 4505801 w 4682585"/>
              <a:gd name="connsiteY791" fmla="*/ 788670 h 2174272"/>
              <a:gd name="connsiteX792" fmla="*/ 4180809 w 4682585"/>
              <a:gd name="connsiteY792" fmla="*/ 788670 h 2174272"/>
              <a:gd name="connsiteX793" fmla="*/ 4180809 w 4682585"/>
              <a:gd name="connsiteY793" fmla="*/ 935259 h 2174272"/>
              <a:gd name="connsiteX794" fmla="*/ 4338543 w 4682585"/>
              <a:gd name="connsiteY794" fmla="*/ 935259 h 2174272"/>
              <a:gd name="connsiteX795" fmla="*/ 4338543 w 4682585"/>
              <a:gd name="connsiteY795" fmla="*/ 788670 h 2174272"/>
              <a:gd name="connsiteX796" fmla="*/ 4013550 w 4682585"/>
              <a:gd name="connsiteY796" fmla="*/ 788670 h 2174272"/>
              <a:gd name="connsiteX797" fmla="*/ 4013550 w 4682585"/>
              <a:gd name="connsiteY797" fmla="*/ 935259 h 2174272"/>
              <a:gd name="connsiteX798" fmla="*/ 4171284 w 4682585"/>
              <a:gd name="connsiteY798" fmla="*/ 935259 h 2174272"/>
              <a:gd name="connsiteX799" fmla="*/ 4171284 w 4682585"/>
              <a:gd name="connsiteY799" fmla="*/ 788670 h 2174272"/>
              <a:gd name="connsiteX800" fmla="*/ 3846291 w 4682585"/>
              <a:gd name="connsiteY800" fmla="*/ 788670 h 2174272"/>
              <a:gd name="connsiteX801" fmla="*/ 3846291 w 4682585"/>
              <a:gd name="connsiteY801" fmla="*/ 935259 h 2174272"/>
              <a:gd name="connsiteX802" fmla="*/ 4004025 w 4682585"/>
              <a:gd name="connsiteY802" fmla="*/ 935259 h 2174272"/>
              <a:gd name="connsiteX803" fmla="*/ 4004025 w 4682585"/>
              <a:gd name="connsiteY803" fmla="*/ 788670 h 2174272"/>
              <a:gd name="connsiteX804" fmla="*/ 3678936 w 4682585"/>
              <a:gd name="connsiteY804" fmla="*/ 788670 h 2174272"/>
              <a:gd name="connsiteX805" fmla="*/ 3678936 w 4682585"/>
              <a:gd name="connsiteY805" fmla="*/ 935259 h 2174272"/>
              <a:gd name="connsiteX806" fmla="*/ 3836766 w 4682585"/>
              <a:gd name="connsiteY806" fmla="*/ 935259 h 2174272"/>
              <a:gd name="connsiteX807" fmla="*/ 3836766 w 4682585"/>
              <a:gd name="connsiteY807" fmla="*/ 788670 h 2174272"/>
              <a:gd name="connsiteX808" fmla="*/ 3511677 w 4682585"/>
              <a:gd name="connsiteY808" fmla="*/ 788670 h 2174272"/>
              <a:gd name="connsiteX809" fmla="*/ 3511677 w 4682585"/>
              <a:gd name="connsiteY809" fmla="*/ 935259 h 2174272"/>
              <a:gd name="connsiteX810" fmla="*/ 3669411 w 4682585"/>
              <a:gd name="connsiteY810" fmla="*/ 935259 h 2174272"/>
              <a:gd name="connsiteX811" fmla="*/ 3669411 w 4682585"/>
              <a:gd name="connsiteY811" fmla="*/ 788670 h 2174272"/>
              <a:gd name="connsiteX812" fmla="*/ 3344418 w 4682585"/>
              <a:gd name="connsiteY812" fmla="*/ 788670 h 2174272"/>
              <a:gd name="connsiteX813" fmla="*/ 3344418 w 4682585"/>
              <a:gd name="connsiteY813" fmla="*/ 935259 h 2174272"/>
              <a:gd name="connsiteX814" fmla="*/ 3502152 w 4682585"/>
              <a:gd name="connsiteY814" fmla="*/ 935259 h 2174272"/>
              <a:gd name="connsiteX815" fmla="*/ 3502152 w 4682585"/>
              <a:gd name="connsiteY815" fmla="*/ 788670 h 2174272"/>
              <a:gd name="connsiteX816" fmla="*/ 3177159 w 4682585"/>
              <a:gd name="connsiteY816" fmla="*/ 788670 h 2174272"/>
              <a:gd name="connsiteX817" fmla="*/ 3177159 w 4682585"/>
              <a:gd name="connsiteY817" fmla="*/ 935259 h 2174272"/>
              <a:gd name="connsiteX818" fmla="*/ 3334893 w 4682585"/>
              <a:gd name="connsiteY818" fmla="*/ 935259 h 2174272"/>
              <a:gd name="connsiteX819" fmla="*/ 3334893 w 4682585"/>
              <a:gd name="connsiteY819" fmla="*/ 788670 h 2174272"/>
              <a:gd name="connsiteX820" fmla="*/ 3009900 w 4682585"/>
              <a:gd name="connsiteY820" fmla="*/ 788670 h 2174272"/>
              <a:gd name="connsiteX821" fmla="*/ 3009900 w 4682585"/>
              <a:gd name="connsiteY821" fmla="*/ 935259 h 2174272"/>
              <a:gd name="connsiteX822" fmla="*/ 3167634 w 4682585"/>
              <a:gd name="connsiteY822" fmla="*/ 935259 h 2174272"/>
              <a:gd name="connsiteX823" fmla="*/ 3167634 w 4682585"/>
              <a:gd name="connsiteY823" fmla="*/ 788670 h 2174272"/>
              <a:gd name="connsiteX824" fmla="*/ 2842641 w 4682585"/>
              <a:gd name="connsiteY824" fmla="*/ 788670 h 2174272"/>
              <a:gd name="connsiteX825" fmla="*/ 2842641 w 4682585"/>
              <a:gd name="connsiteY825" fmla="*/ 935259 h 2174272"/>
              <a:gd name="connsiteX826" fmla="*/ 3000375 w 4682585"/>
              <a:gd name="connsiteY826" fmla="*/ 935259 h 2174272"/>
              <a:gd name="connsiteX827" fmla="*/ 3000375 w 4682585"/>
              <a:gd name="connsiteY827" fmla="*/ 788670 h 2174272"/>
              <a:gd name="connsiteX828" fmla="*/ 2675382 w 4682585"/>
              <a:gd name="connsiteY828" fmla="*/ 788670 h 2174272"/>
              <a:gd name="connsiteX829" fmla="*/ 2675382 w 4682585"/>
              <a:gd name="connsiteY829" fmla="*/ 935259 h 2174272"/>
              <a:gd name="connsiteX830" fmla="*/ 2833116 w 4682585"/>
              <a:gd name="connsiteY830" fmla="*/ 935259 h 2174272"/>
              <a:gd name="connsiteX831" fmla="*/ 2833116 w 4682585"/>
              <a:gd name="connsiteY831" fmla="*/ 788670 h 2174272"/>
              <a:gd name="connsiteX832" fmla="*/ 2508123 w 4682585"/>
              <a:gd name="connsiteY832" fmla="*/ 788670 h 2174272"/>
              <a:gd name="connsiteX833" fmla="*/ 2508123 w 4682585"/>
              <a:gd name="connsiteY833" fmla="*/ 935259 h 2174272"/>
              <a:gd name="connsiteX834" fmla="*/ 2665857 w 4682585"/>
              <a:gd name="connsiteY834" fmla="*/ 935259 h 2174272"/>
              <a:gd name="connsiteX835" fmla="*/ 2665857 w 4682585"/>
              <a:gd name="connsiteY835" fmla="*/ 788670 h 2174272"/>
              <a:gd name="connsiteX836" fmla="*/ 2340864 w 4682585"/>
              <a:gd name="connsiteY836" fmla="*/ 788670 h 2174272"/>
              <a:gd name="connsiteX837" fmla="*/ 2340864 w 4682585"/>
              <a:gd name="connsiteY837" fmla="*/ 935259 h 2174272"/>
              <a:gd name="connsiteX838" fmla="*/ 2498598 w 4682585"/>
              <a:gd name="connsiteY838" fmla="*/ 935259 h 2174272"/>
              <a:gd name="connsiteX839" fmla="*/ 2498598 w 4682585"/>
              <a:gd name="connsiteY839" fmla="*/ 788670 h 2174272"/>
              <a:gd name="connsiteX840" fmla="*/ 2173510 w 4682585"/>
              <a:gd name="connsiteY840" fmla="*/ 788670 h 2174272"/>
              <a:gd name="connsiteX841" fmla="*/ 2173510 w 4682585"/>
              <a:gd name="connsiteY841" fmla="*/ 935259 h 2174272"/>
              <a:gd name="connsiteX842" fmla="*/ 2331339 w 4682585"/>
              <a:gd name="connsiteY842" fmla="*/ 935259 h 2174272"/>
              <a:gd name="connsiteX843" fmla="*/ 2331339 w 4682585"/>
              <a:gd name="connsiteY843" fmla="*/ 788670 h 2174272"/>
              <a:gd name="connsiteX844" fmla="*/ 2006251 w 4682585"/>
              <a:gd name="connsiteY844" fmla="*/ 788670 h 2174272"/>
              <a:gd name="connsiteX845" fmla="*/ 2006251 w 4682585"/>
              <a:gd name="connsiteY845" fmla="*/ 935259 h 2174272"/>
              <a:gd name="connsiteX846" fmla="*/ 2163985 w 4682585"/>
              <a:gd name="connsiteY846" fmla="*/ 935259 h 2174272"/>
              <a:gd name="connsiteX847" fmla="*/ 2163985 w 4682585"/>
              <a:gd name="connsiteY847" fmla="*/ 788670 h 2174272"/>
              <a:gd name="connsiteX848" fmla="*/ 1838992 w 4682585"/>
              <a:gd name="connsiteY848" fmla="*/ 788670 h 2174272"/>
              <a:gd name="connsiteX849" fmla="*/ 1838992 w 4682585"/>
              <a:gd name="connsiteY849" fmla="*/ 935259 h 2174272"/>
              <a:gd name="connsiteX850" fmla="*/ 1996726 w 4682585"/>
              <a:gd name="connsiteY850" fmla="*/ 935259 h 2174272"/>
              <a:gd name="connsiteX851" fmla="*/ 1996726 w 4682585"/>
              <a:gd name="connsiteY851" fmla="*/ 788670 h 2174272"/>
              <a:gd name="connsiteX852" fmla="*/ 1671733 w 4682585"/>
              <a:gd name="connsiteY852" fmla="*/ 788670 h 2174272"/>
              <a:gd name="connsiteX853" fmla="*/ 1671733 w 4682585"/>
              <a:gd name="connsiteY853" fmla="*/ 935259 h 2174272"/>
              <a:gd name="connsiteX854" fmla="*/ 1829467 w 4682585"/>
              <a:gd name="connsiteY854" fmla="*/ 935259 h 2174272"/>
              <a:gd name="connsiteX855" fmla="*/ 1829467 w 4682585"/>
              <a:gd name="connsiteY855" fmla="*/ 788670 h 2174272"/>
              <a:gd name="connsiteX856" fmla="*/ 1504474 w 4682585"/>
              <a:gd name="connsiteY856" fmla="*/ 788670 h 2174272"/>
              <a:gd name="connsiteX857" fmla="*/ 1504474 w 4682585"/>
              <a:gd name="connsiteY857" fmla="*/ 935259 h 2174272"/>
              <a:gd name="connsiteX858" fmla="*/ 1662208 w 4682585"/>
              <a:gd name="connsiteY858" fmla="*/ 935259 h 2174272"/>
              <a:gd name="connsiteX859" fmla="*/ 1662208 w 4682585"/>
              <a:gd name="connsiteY859" fmla="*/ 788670 h 2174272"/>
              <a:gd name="connsiteX860" fmla="*/ 1337215 w 4682585"/>
              <a:gd name="connsiteY860" fmla="*/ 788670 h 2174272"/>
              <a:gd name="connsiteX861" fmla="*/ 1337215 w 4682585"/>
              <a:gd name="connsiteY861" fmla="*/ 935259 h 2174272"/>
              <a:gd name="connsiteX862" fmla="*/ 1494949 w 4682585"/>
              <a:gd name="connsiteY862" fmla="*/ 935259 h 2174272"/>
              <a:gd name="connsiteX863" fmla="*/ 1494949 w 4682585"/>
              <a:gd name="connsiteY863" fmla="*/ 788670 h 2174272"/>
              <a:gd name="connsiteX864" fmla="*/ 1169956 w 4682585"/>
              <a:gd name="connsiteY864" fmla="*/ 788670 h 2174272"/>
              <a:gd name="connsiteX865" fmla="*/ 1169956 w 4682585"/>
              <a:gd name="connsiteY865" fmla="*/ 935259 h 2174272"/>
              <a:gd name="connsiteX866" fmla="*/ 1327690 w 4682585"/>
              <a:gd name="connsiteY866" fmla="*/ 935259 h 2174272"/>
              <a:gd name="connsiteX867" fmla="*/ 1327690 w 4682585"/>
              <a:gd name="connsiteY867" fmla="*/ 788670 h 2174272"/>
              <a:gd name="connsiteX868" fmla="*/ 1002697 w 4682585"/>
              <a:gd name="connsiteY868" fmla="*/ 788670 h 2174272"/>
              <a:gd name="connsiteX869" fmla="*/ 1002697 w 4682585"/>
              <a:gd name="connsiteY869" fmla="*/ 935259 h 2174272"/>
              <a:gd name="connsiteX870" fmla="*/ 1160431 w 4682585"/>
              <a:gd name="connsiteY870" fmla="*/ 935259 h 2174272"/>
              <a:gd name="connsiteX871" fmla="*/ 1160431 w 4682585"/>
              <a:gd name="connsiteY871" fmla="*/ 788670 h 2174272"/>
              <a:gd name="connsiteX872" fmla="*/ 835438 w 4682585"/>
              <a:gd name="connsiteY872" fmla="*/ 788670 h 2174272"/>
              <a:gd name="connsiteX873" fmla="*/ 835438 w 4682585"/>
              <a:gd name="connsiteY873" fmla="*/ 935259 h 2174272"/>
              <a:gd name="connsiteX874" fmla="*/ 993172 w 4682585"/>
              <a:gd name="connsiteY874" fmla="*/ 935259 h 2174272"/>
              <a:gd name="connsiteX875" fmla="*/ 993172 w 4682585"/>
              <a:gd name="connsiteY875" fmla="*/ 788670 h 2174272"/>
              <a:gd name="connsiteX876" fmla="*/ 668179 w 4682585"/>
              <a:gd name="connsiteY876" fmla="*/ 788670 h 2174272"/>
              <a:gd name="connsiteX877" fmla="*/ 668179 w 4682585"/>
              <a:gd name="connsiteY877" fmla="*/ 935259 h 2174272"/>
              <a:gd name="connsiteX878" fmla="*/ 825913 w 4682585"/>
              <a:gd name="connsiteY878" fmla="*/ 935259 h 2174272"/>
              <a:gd name="connsiteX879" fmla="*/ 825913 w 4682585"/>
              <a:gd name="connsiteY879" fmla="*/ 788670 h 2174272"/>
              <a:gd name="connsiteX880" fmla="*/ 500920 w 4682585"/>
              <a:gd name="connsiteY880" fmla="*/ 788670 h 2174272"/>
              <a:gd name="connsiteX881" fmla="*/ 500920 w 4682585"/>
              <a:gd name="connsiteY881" fmla="*/ 935259 h 2174272"/>
              <a:gd name="connsiteX882" fmla="*/ 658654 w 4682585"/>
              <a:gd name="connsiteY882" fmla="*/ 935259 h 2174272"/>
              <a:gd name="connsiteX883" fmla="*/ 658654 w 4682585"/>
              <a:gd name="connsiteY883" fmla="*/ 788670 h 2174272"/>
              <a:gd name="connsiteX884" fmla="*/ 333566 w 4682585"/>
              <a:gd name="connsiteY884" fmla="*/ 788670 h 2174272"/>
              <a:gd name="connsiteX885" fmla="*/ 333566 w 4682585"/>
              <a:gd name="connsiteY885" fmla="*/ 935259 h 2174272"/>
              <a:gd name="connsiteX886" fmla="*/ 491395 w 4682585"/>
              <a:gd name="connsiteY886" fmla="*/ 935259 h 2174272"/>
              <a:gd name="connsiteX887" fmla="*/ 491395 w 4682585"/>
              <a:gd name="connsiteY887" fmla="*/ 788670 h 2174272"/>
              <a:gd name="connsiteX888" fmla="*/ 166307 w 4682585"/>
              <a:gd name="connsiteY888" fmla="*/ 788670 h 2174272"/>
              <a:gd name="connsiteX889" fmla="*/ 166307 w 4682585"/>
              <a:gd name="connsiteY889" fmla="*/ 935259 h 2174272"/>
              <a:gd name="connsiteX890" fmla="*/ 324041 w 4682585"/>
              <a:gd name="connsiteY890" fmla="*/ 935259 h 2174272"/>
              <a:gd name="connsiteX891" fmla="*/ 324041 w 4682585"/>
              <a:gd name="connsiteY891" fmla="*/ 788670 h 2174272"/>
              <a:gd name="connsiteX892" fmla="*/ 9525 w 4682585"/>
              <a:gd name="connsiteY892" fmla="*/ 788670 h 2174272"/>
              <a:gd name="connsiteX893" fmla="*/ 9525 w 4682585"/>
              <a:gd name="connsiteY893" fmla="*/ 935259 h 2174272"/>
              <a:gd name="connsiteX894" fmla="*/ 156782 w 4682585"/>
              <a:gd name="connsiteY894" fmla="*/ 935259 h 2174272"/>
              <a:gd name="connsiteX895" fmla="*/ 156782 w 4682585"/>
              <a:gd name="connsiteY895" fmla="*/ 788670 h 2174272"/>
              <a:gd name="connsiteX896" fmla="*/ 4515326 w 4682585"/>
              <a:gd name="connsiteY896" fmla="*/ 632555 h 2174272"/>
              <a:gd name="connsiteX897" fmla="*/ 4515326 w 4682585"/>
              <a:gd name="connsiteY897" fmla="*/ 779145 h 2174272"/>
              <a:gd name="connsiteX898" fmla="*/ 4673060 w 4682585"/>
              <a:gd name="connsiteY898" fmla="*/ 779145 h 2174272"/>
              <a:gd name="connsiteX899" fmla="*/ 4673060 w 4682585"/>
              <a:gd name="connsiteY899" fmla="*/ 632555 h 2174272"/>
              <a:gd name="connsiteX900" fmla="*/ 4348068 w 4682585"/>
              <a:gd name="connsiteY900" fmla="*/ 632555 h 2174272"/>
              <a:gd name="connsiteX901" fmla="*/ 4348068 w 4682585"/>
              <a:gd name="connsiteY901" fmla="*/ 779145 h 2174272"/>
              <a:gd name="connsiteX902" fmla="*/ 4505801 w 4682585"/>
              <a:gd name="connsiteY902" fmla="*/ 779145 h 2174272"/>
              <a:gd name="connsiteX903" fmla="*/ 4505801 w 4682585"/>
              <a:gd name="connsiteY903" fmla="*/ 632555 h 2174272"/>
              <a:gd name="connsiteX904" fmla="*/ 4180809 w 4682585"/>
              <a:gd name="connsiteY904" fmla="*/ 632555 h 2174272"/>
              <a:gd name="connsiteX905" fmla="*/ 4180809 w 4682585"/>
              <a:gd name="connsiteY905" fmla="*/ 779145 h 2174272"/>
              <a:gd name="connsiteX906" fmla="*/ 4338543 w 4682585"/>
              <a:gd name="connsiteY906" fmla="*/ 779145 h 2174272"/>
              <a:gd name="connsiteX907" fmla="*/ 4338543 w 4682585"/>
              <a:gd name="connsiteY907" fmla="*/ 632555 h 2174272"/>
              <a:gd name="connsiteX908" fmla="*/ 4013550 w 4682585"/>
              <a:gd name="connsiteY908" fmla="*/ 632555 h 2174272"/>
              <a:gd name="connsiteX909" fmla="*/ 4013550 w 4682585"/>
              <a:gd name="connsiteY909" fmla="*/ 779145 h 2174272"/>
              <a:gd name="connsiteX910" fmla="*/ 4171284 w 4682585"/>
              <a:gd name="connsiteY910" fmla="*/ 779145 h 2174272"/>
              <a:gd name="connsiteX911" fmla="*/ 4171284 w 4682585"/>
              <a:gd name="connsiteY911" fmla="*/ 632555 h 2174272"/>
              <a:gd name="connsiteX912" fmla="*/ 3846291 w 4682585"/>
              <a:gd name="connsiteY912" fmla="*/ 632555 h 2174272"/>
              <a:gd name="connsiteX913" fmla="*/ 3846291 w 4682585"/>
              <a:gd name="connsiteY913" fmla="*/ 779145 h 2174272"/>
              <a:gd name="connsiteX914" fmla="*/ 4004025 w 4682585"/>
              <a:gd name="connsiteY914" fmla="*/ 779145 h 2174272"/>
              <a:gd name="connsiteX915" fmla="*/ 4004025 w 4682585"/>
              <a:gd name="connsiteY915" fmla="*/ 632555 h 2174272"/>
              <a:gd name="connsiteX916" fmla="*/ 3678936 w 4682585"/>
              <a:gd name="connsiteY916" fmla="*/ 632555 h 2174272"/>
              <a:gd name="connsiteX917" fmla="*/ 3678936 w 4682585"/>
              <a:gd name="connsiteY917" fmla="*/ 779145 h 2174272"/>
              <a:gd name="connsiteX918" fmla="*/ 3836766 w 4682585"/>
              <a:gd name="connsiteY918" fmla="*/ 779145 h 2174272"/>
              <a:gd name="connsiteX919" fmla="*/ 3836766 w 4682585"/>
              <a:gd name="connsiteY919" fmla="*/ 632555 h 2174272"/>
              <a:gd name="connsiteX920" fmla="*/ 3511677 w 4682585"/>
              <a:gd name="connsiteY920" fmla="*/ 632555 h 2174272"/>
              <a:gd name="connsiteX921" fmla="*/ 3511677 w 4682585"/>
              <a:gd name="connsiteY921" fmla="*/ 779145 h 2174272"/>
              <a:gd name="connsiteX922" fmla="*/ 3669411 w 4682585"/>
              <a:gd name="connsiteY922" fmla="*/ 779145 h 2174272"/>
              <a:gd name="connsiteX923" fmla="*/ 3669411 w 4682585"/>
              <a:gd name="connsiteY923" fmla="*/ 632555 h 2174272"/>
              <a:gd name="connsiteX924" fmla="*/ 3344418 w 4682585"/>
              <a:gd name="connsiteY924" fmla="*/ 632555 h 2174272"/>
              <a:gd name="connsiteX925" fmla="*/ 3344418 w 4682585"/>
              <a:gd name="connsiteY925" fmla="*/ 779145 h 2174272"/>
              <a:gd name="connsiteX926" fmla="*/ 3502152 w 4682585"/>
              <a:gd name="connsiteY926" fmla="*/ 779145 h 2174272"/>
              <a:gd name="connsiteX927" fmla="*/ 3502152 w 4682585"/>
              <a:gd name="connsiteY927" fmla="*/ 632555 h 2174272"/>
              <a:gd name="connsiteX928" fmla="*/ 3177159 w 4682585"/>
              <a:gd name="connsiteY928" fmla="*/ 632555 h 2174272"/>
              <a:gd name="connsiteX929" fmla="*/ 3177159 w 4682585"/>
              <a:gd name="connsiteY929" fmla="*/ 779145 h 2174272"/>
              <a:gd name="connsiteX930" fmla="*/ 3334893 w 4682585"/>
              <a:gd name="connsiteY930" fmla="*/ 779145 h 2174272"/>
              <a:gd name="connsiteX931" fmla="*/ 3334893 w 4682585"/>
              <a:gd name="connsiteY931" fmla="*/ 632555 h 2174272"/>
              <a:gd name="connsiteX932" fmla="*/ 3009900 w 4682585"/>
              <a:gd name="connsiteY932" fmla="*/ 632555 h 2174272"/>
              <a:gd name="connsiteX933" fmla="*/ 3009900 w 4682585"/>
              <a:gd name="connsiteY933" fmla="*/ 779145 h 2174272"/>
              <a:gd name="connsiteX934" fmla="*/ 3167634 w 4682585"/>
              <a:gd name="connsiteY934" fmla="*/ 779145 h 2174272"/>
              <a:gd name="connsiteX935" fmla="*/ 3167634 w 4682585"/>
              <a:gd name="connsiteY935" fmla="*/ 632555 h 2174272"/>
              <a:gd name="connsiteX936" fmla="*/ 2842641 w 4682585"/>
              <a:gd name="connsiteY936" fmla="*/ 632555 h 2174272"/>
              <a:gd name="connsiteX937" fmla="*/ 2842641 w 4682585"/>
              <a:gd name="connsiteY937" fmla="*/ 779145 h 2174272"/>
              <a:gd name="connsiteX938" fmla="*/ 3000375 w 4682585"/>
              <a:gd name="connsiteY938" fmla="*/ 779145 h 2174272"/>
              <a:gd name="connsiteX939" fmla="*/ 3000375 w 4682585"/>
              <a:gd name="connsiteY939" fmla="*/ 632555 h 2174272"/>
              <a:gd name="connsiteX940" fmla="*/ 2675382 w 4682585"/>
              <a:gd name="connsiteY940" fmla="*/ 632555 h 2174272"/>
              <a:gd name="connsiteX941" fmla="*/ 2675382 w 4682585"/>
              <a:gd name="connsiteY941" fmla="*/ 779145 h 2174272"/>
              <a:gd name="connsiteX942" fmla="*/ 2833116 w 4682585"/>
              <a:gd name="connsiteY942" fmla="*/ 779145 h 2174272"/>
              <a:gd name="connsiteX943" fmla="*/ 2833116 w 4682585"/>
              <a:gd name="connsiteY943" fmla="*/ 632555 h 2174272"/>
              <a:gd name="connsiteX944" fmla="*/ 2508123 w 4682585"/>
              <a:gd name="connsiteY944" fmla="*/ 632555 h 2174272"/>
              <a:gd name="connsiteX945" fmla="*/ 2508123 w 4682585"/>
              <a:gd name="connsiteY945" fmla="*/ 779145 h 2174272"/>
              <a:gd name="connsiteX946" fmla="*/ 2665857 w 4682585"/>
              <a:gd name="connsiteY946" fmla="*/ 779145 h 2174272"/>
              <a:gd name="connsiteX947" fmla="*/ 2665857 w 4682585"/>
              <a:gd name="connsiteY947" fmla="*/ 632555 h 2174272"/>
              <a:gd name="connsiteX948" fmla="*/ 2340864 w 4682585"/>
              <a:gd name="connsiteY948" fmla="*/ 632555 h 2174272"/>
              <a:gd name="connsiteX949" fmla="*/ 2340864 w 4682585"/>
              <a:gd name="connsiteY949" fmla="*/ 779145 h 2174272"/>
              <a:gd name="connsiteX950" fmla="*/ 2498598 w 4682585"/>
              <a:gd name="connsiteY950" fmla="*/ 779145 h 2174272"/>
              <a:gd name="connsiteX951" fmla="*/ 2498598 w 4682585"/>
              <a:gd name="connsiteY951" fmla="*/ 632555 h 2174272"/>
              <a:gd name="connsiteX952" fmla="*/ 2173510 w 4682585"/>
              <a:gd name="connsiteY952" fmla="*/ 632555 h 2174272"/>
              <a:gd name="connsiteX953" fmla="*/ 2173510 w 4682585"/>
              <a:gd name="connsiteY953" fmla="*/ 779145 h 2174272"/>
              <a:gd name="connsiteX954" fmla="*/ 2331339 w 4682585"/>
              <a:gd name="connsiteY954" fmla="*/ 779145 h 2174272"/>
              <a:gd name="connsiteX955" fmla="*/ 2331339 w 4682585"/>
              <a:gd name="connsiteY955" fmla="*/ 632555 h 2174272"/>
              <a:gd name="connsiteX956" fmla="*/ 2006251 w 4682585"/>
              <a:gd name="connsiteY956" fmla="*/ 632555 h 2174272"/>
              <a:gd name="connsiteX957" fmla="*/ 2006251 w 4682585"/>
              <a:gd name="connsiteY957" fmla="*/ 779145 h 2174272"/>
              <a:gd name="connsiteX958" fmla="*/ 2163985 w 4682585"/>
              <a:gd name="connsiteY958" fmla="*/ 779145 h 2174272"/>
              <a:gd name="connsiteX959" fmla="*/ 2163985 w 4682585"/>
              <a:gd name="connsiteY959" fmla="*/ 632555 h 2174272"/>
              <a:gd name="connsiteX960" fmla="*/ 1838992 w 4682585"/>
              <a:gd name="connsiteY960" fmla="*/ 632555 h 2174272"/>
              <a:gd name="connsiteX961" fmla="*/ 1838992 w 4682585"/>
              <a:gd name="connsiteY961" fmla="*/ 779145 h 2174272"/>
              <a:gd name="connsiteX962" fmla="*/ 1996726 w 4682585"/>
              <a:gd name="connsiteY962" fmla="*/ 779145 h 2174272"/>
              <a:gd name="connsiteX963" fmla="*/ 1996726 w 4682585"/>
              <a:gd name="connsiteY963" fmla="*/ 632555 h 2174272"/>
              <a:gd name="connsiteX964" fmla="*/ 1671733 w 4682585"/>
              <a:gd name="connsiteY964" fmla="*/ 632555 h 2174272"/>
              <a:gd name="connsiteX965" fmla="*/ 1671733 w 4682585"/>
              <a:gd name="connsiteY965" fmla="*/ 779145 h 2174272"/>
              <a:gd name="connsiteX966" fmla="*/ 1829467 w 4682585"/>
              <a:gd name="connsiteY966" fmla="*/ 779145 h 2174272"/>
              <a:gd name="connsiteX967" fmla="*/ 1829467 w 4682585"/>
              <a:gd name="connsiteY967" fmla="*/ 632555 h 2174272"/>
              <a:gd name="connsiteX968" fmla="*/ 1504474 w 4682585"/>
              <a:gd name="connsiteY968" fmla="*/ 632555 h 2174272"/>
              <a:gd name="connsiteX969" fmla="*/ 1504474 w 4682585"/>
              <a:gd name="connsiteY969" fmla="*/ 779145 h 2174272"/>
              <a:gd name="connsiteX970" fmla="*/ 1662208 w 4682585"/>
              <a:gd name="connsiteY970" fmla="*/ 779145 h 2174272"/>
              <a:gd name="connsiteX971" fmla="*/ 1662208 w 4682585"/>
              <a:gd name="connsiteY971" fmla="*/ 632555 h 2174272"/>
              <a:gd name="connsiteX972" fmla="*/ 1337215 w 4682585"/>
              <a:gd name="connsiteY972" fmla="*/ 632555 h 2174272"/>
              <a:gd name="connsiteX973" fmla="*/ 1337215 w 4682585"/>
              <a:gd name="connsiteY973" fmla="*/ 779145 h 2174272"/>
              <a:gd name="connsiteX974" fmla="*/ 1494949 w 4682585"/>
              <a:gd name="connsiteY974" fmla="*/ 779145 h 2174272"/>
              <a:gd name="connsiteX975" fmla="*/ 1494949 w 4682585"/>
              <a:gd name="connsiteY975" fmla="*/ 632555 h 2174272"/>
              <a:gd name="connsiteX976" fmla="*/ 1169956 w 4682585"/>
              <a:gd name="connsiteY976" fmla="*/ 632555 h 2174272"/>
              <a:gd name="connsiteX977" fmla="*/ 1169956 w 4682585"/>
              <a:gd name="connsiteY977" fmla="*/ 779145 h 2174272"/>
              <a:gd name="connsiteX978" fmla="*/ 1327690 w 4682585"/>
              <a:gd name="connsiteY978" fmla="*/ 779145 h 2174272"/>
              <a:gd name="connsiteX979" fmla="*/ 1327690 w 4682585"/>
              <a:gd name="connsiteY979" fmla="*/ 632555 h 2174272"/>
              <a:gd name="connsiteX980" fmla="*/ 1002697 w 4682585"/>
              <a:gd name="connsiteY980" fmla="*/ 632555 h 2174272"/>
              <a:gd name="connsiteX981" fmla="*/ 1002697 w 4682585"/>
              <a:gd name="connsiteY981" fmla="*/ 779145 h 2174272"/>
              <a:gd name="connsiteX982" fmla="*/ 1160431 w 4682585"/>
              <a:gd name="connsiteY982" fmla="*/ 779145 h 2174272"/>
              <a:gd name="connsiteX983" fmla="*/ 1160431 w 4682585"/>
              <a:gd name="connsiteY983" fmla="*/ 632555 h 2174272"/>
              <a:gd name="connsiteX984" fmla="*/ 835438 w 4682585"/>
              <a:gd name="connsiteY984" fmla="*/ 632555 h 2174272"/>
              <a:gd name="connsiteX985" fmla="*/ 835438 w 4682585"/>
              <a:gd name="connsiteY985" fmla="*/ 779145 h 2174272"/>
              <a:gd name="connsiteX986" fmla="*/ 993172 w 4682585"/>
              <a:gd name="connsiteY986" fmla="*/ 779145 h 2174272"/>
              <a:gd name="connsiteX987" fmla="*/ 993172 w 4682585"/>
              <a:gd name="connsiteY987" fmla="*/ 632555 h 2174272"/>
              <a:gd name="connsiteX988" fmla="*/ 668179 w 4682585"/>
              <a:gd name="connsiteY988" fmla="*/ 632555 h 2174272"/>
              <a:gd name="connsiteX989" fmla="*/ 668179 w 4682585"/>
              <a:gd name="connsiteY989" fmla="*/ 779145 h 2174272"/>
              <a:gd name="connsiteX990" fmla="*/ 825913 w 4682585"/>
              <a:gd name="connsiteY990" fmla="*/ 779145 h 2174272"/>
              <a:gd name="connsiteX991" fmla="*/ 825913 w 4682585"/>
              <a:gd name="connsiteY991" fmla="*/ 632555 h 2174272"/>
              <a:gd name="connsiteX992" fmla="*/ 500920 w 4682585"/>
              <a:gd name="connsiteY992" fmla="*/ 632555 h 2174272"/>
              <a:gd name="connsiteX993" fmla="*/ 500920 w 4682585"/>
              <a:gd name="connsiteY993" fmla="*/ 779145 h 2174272"/>
              <a:gd name="connsiteX994" fmla="*/ 658654 w 4682585"/>
              <a:gd name="connsiteY994" fmla="*/ 779145 h 2174272"/>
              <a:gd name="connsiteX995" fmla="*/ 658654 w 4682585"/>
              <a:gd name="connsiteY995" fmla="*/ 632555 h 2174272"/>
              <a:gd name="connsiteX996" fmla="*/ 333566 w 4682585"/>
              <a:gd name="connsiteY996" fmla="*/ 632555 h 2174272"/>
              <a:gd name="connsiteX997" fmla="*/ 333566 w 4682585"/>
              <a:gd name="connsiteY997" fmla="*/ 779145 h 2174272"/>
              <a:gd name="connsiteX998" fmla="*/ 491395 w 4682585"/>
              <a:gd name="connsiteY998" fmla="*/ 779145 h 2174272"/>
              <a:gd name="connsiteX999" fmla="*/ 491395 w 4682585"/>
              <a:gd name="connsiteY999" fmla="*/ 632555 h 2174272"/>
              <a:gd name="connsiteX1000" fmla="*/ 166307 w 4682585"/>
              <a:gd name="connsiteY1000" fmla="*/ 632555 h 2174272"/>
              <a:gd name="connsiteX1001" fmla="*/ 166307 w 4682585"/>
              <a:gd name="connsiteY1001" fmla="*/ 779145 h 2174272"/>
              <a:gd name="connsiteX1002" fmla="*/ 324041 w 4682585"/>
              <a:gd name="connsiteY1002" fmla="*/ 779145 h 2174272"/>
              <a:gd name="connsiteX1003" fmla="*/ 324041 w 4682585"/>
              <a:gd name="connsiteY1003" fmla="*/ 632555 h 2174272"/>
              <a:gd name="connsiteX1004" fmla="*/ 9525 w 4682585"/>
              <a:gd name="connsiteY1004" fmla="*/ 632555 h 2174272"/>
              <a:gd name="connsiteX1005" fmla="*/ 9525 w 4682585"/>
              <a:gd name="connsiteY1005" fmla="*/ 779145 h 2174272"/>
              <a:gd name="connsiteX1006" fmla="*/ 156782 w 4682585"/>
              <a:gd name="connsiteY1006" fmla="*/ 779145 h 2174272"/>
              <a:gd name="connsiteX1007" fmla="*/ 156782 w 4682585"/>
              <a:gd name="connsiteY1007" fmla="*/ 632555 h 2174272"/>
              <a:gd name="connsiteX1008" fmla="*/ 4515326 w 4682585"/>
              <a:gd name="connsiteY1008" fmla="*/ 476440 h 2174272"/>
              <a:gd name="connsiteX1009" fmla="*/ 4515326 w 4682585"/>
              <a:gd name="connsiteY1009" fmla="*/ 623030 h 2174272"/>
              <a:gd name="connsiteX1010" fmla="*/ 4673060 w 4682585"/>
              <a:gd name="connsiteY1010" fmla="*/ 623030 h 2174272"/>
              <a:gd name="connsiteX1011" fmla="*/ 4673060 w 4682585"/>
              <a:gd name="connsiteY1011" fmla="*/ 476440 h 2174272"/>
              <a:gd name="connsiteX1012" fmla="*/ 4348068 w 4682585"/>
              <a:gd name="connsiteY1012" fmla="*/ 476440 h 2174272"/>
              <a:gd name="connsiteX1013" fmla="*/ 4348068 w 4682585"/>
              <a:gd name="connsiteY1013" fmla="*/ 623030 h 2174272"/>
              <a:gd name="connsiteX1014" fmla="*/ 4505801 w 4682585"/>
              <a:gd name="connsiteY1014" fmla="*/ 623030 h 2174272"/>
              <a:gd name="connsiteX1015" fmla="*/ 4505801 w 4682585"/>
              <a:gd name="connsiteY1015" fmla="*/ 476440 h 2174272"/>
              <a:gd name="connsiteX1016" fmla="*/ 4180809 w 4682585"/>
              <a:gd name="connsiteY1016" fmla="*/ 476440 h 2174272"/>
              <a:gd name="connsiteX1017" fmla="*/ 4180809 w 4682585"/>
              <a:gd name="connsiteY1017" fmla="*/ 623030 h 2174272"/>
              <a:gd name="connsiteX1018" fmla="*/ 4338543 w 4682585"/>
              <a:gd name="connsiteY1018" fmla="*/ 623030 h 2174272"/>
              <a:gd name="connsiteX1019" fmla="*/ 4338543 w 4682585"/>
              <a:gd name="connsiteY1019" fmla="*/ 476440 h 2174272"/>
              <a:gd name="connsiteX1020" fmla="*/ 4013550 w 4682585"/>
              <a:gd name="connsiteY1020" fmla="*/ 476440 h 2174272"/>
              <a:gd name="connsiteX1021" fmla="*/ 4013550 w 4682585"/>
              <a:gd name="connsiteY1021" fmla="*/ 623030 h 2174272"/>
              <a:gd name="connsiteX1022" fmla="*/ 4171284 w 4682585"/>
              <a:gd name="connsiteY1022" fmla="*/ 623030 h 2174272"/>
              <a:gd name="connsiteX1023" fmla="*/ 4171284 w 4682585"/>
              <a:gd name="connsiteY1023" fmla="*/ 476440 h 2174272"/>
              <a:gd name="connsiteX1024" fmla="*/ 3846291 w 4682585"/>
              <a:gd name="connsiteY1024" fmla="*/ 476440 h 2174272"/>
              <a:gd name="connsiteX1025" fmla="*/ 3846291 w 4682585"/>
              <a:gd name="connsiteY1025" fmla="*/ 623030 h 2174272"/>
              <a:gd name="connsiteX1026" fmla="*/ 4004025 w 4682585"/>
              <a:gd name="connsiteY1026" fmla="*/ 623030 h 2174272"/>
              <a:gd name="connsiteX1027" fmla="*/ 4004025 w 4682585"/>
              <a:gd name="connsiteY1027" fmla="*/ 476440 h 2174272"/>
              <a:gd name="connsiteX1028" fmla="*/ 3678936 w 4682585"/>
              <a:gd name="connsiteY1028" fmla="*/ 476440 h 2174272"/>
              <a:gd name="connsiteX1029" fmla="*/ 3678936 w 4682585"/>
              <a:gd name="connsiteY1029" fmla="*/ 623030 h 2174272"/>
              <a:gd name="connsiteX1030" fmla="*/ 3836766 w 4682585"/>
              <a:gd name="connsiteY1030" fmla="*/ 623030 h 2174272"/>
              <a:gd name="connsiteX1031" fmla="*/ 3836766 w 4682585"/>
              <a:gd name="connsiteY1031" fmla="*/ 476440 h 2174272"/>
              <a:gd name="connsiteX1032" fmla="*/ 3511677 w 4682585"/>
              <a:gd name="connsiteY1032" fmla="*/ 476440 h 2174272"/>
              <a:gd name="connsiteX1033" fmla="*/ 3511677 w 4682585"/>
              <a:gd name="connsiteY1033" fmla="*/ 623030 h 2174272"/>
              <a:gd name="connsiteX1034" fmla="*/ 3669411 w 4682585"/>
              <a:gd name="connsiteY1034" fmla="*/ 623030 h 2174272"/>
              <a:gd name="connsiteX1035" fmla="*/ 3669411 w 4682585"/>
              <a:gd name="connsiteY1035" fmla="*/ 476440 h 2174272"/>
              <a:gd name="connsiteX1036" fmla="*/ 3344418 w 4682585"/>
              <a:gd name="connsiteY1036" fmla="*/ 476440 h 2174272"/>
              <a:gd name="connsiteX1037" fmla="*/ 3344418 w 4682585"/>
              <a:gd name="connsiteY1037" fmla="*/ 623030 h 2174272"/>
              <a:gd name="connsiteX1038" fmla="*/ 3502152 w 4682585"/>
              <a:gd name="connsiteY1038" fmla="*/ 623030 h 2174272"/>
              <a:gd name="connsiteX1039" fmla="*/ 3502152 w 4682585"/>
              <a:gd name="connsiteY1039" fmla="*/ 476440 h 2174272"/>
              <a:gd name="connsiteX1040" fmla="*/ 3177159 w 4682585"/>
              <a:gd name="connsiteY1040" fmla="*/ 476440 h 2174272"/>
              <a:gd name="connsiteX1041" fmla="*/ 3177159 w 4682585"/>
              <a:gd name="connsiteY1041" fmla="*/ 623030 h 2174272"/>
              <a:gd name="connsiteX1042" fmla="*/ 3334893 w 4682585"/>
              <a:gd name="connsiteY1042" fmla="*/ 623030 h 2174272"/>
              <a:gd name="connsiteX1043" fmla="*/ 3334893 w 4682585"/>
              <a:gd name="connsiteY1043" fmla="*/ 476440 h 2174272"/>
              <a:gd name="connsiteX1044" fmla="*/ 3009900 w 4682585"/>
              <a:gd name="connsiteY1044" fmla="*/ 476440 h 2174272"/>
              <a:gd name="connsiteX1045" fmla="*/ 3009900 w 4682585"/>
              <a:gd name="connsiteY1045" fmla="*/ 623030 h 2174272"/>
              <a:gd name="connsiteX1046" fmla="*/ 3167634 w 4682585"/>
              <a:gd name="connsiteY1046" fmla="*/ 623030 h 2174272"/>
              <a:gd name="connsiteX1047" fmla="*/ 3167634 w 4682585"/>
              <a:gd name="connsiteY1047" fmla="*/ 476440 h 2174272"/>
              <a:gd name="connsiteX1048" fmla="*/ 2842641 w 4682585"/>
              <a:gd name="connsiteY1048" fmla="*/ 476440 h 2174272"/>
              <a:gd name="connsiteX1049" fmla="*/ 2842641 w 4682585"/>
              <a:gd name="connsiteY1049" fmla="*/ 623030 h 2174272"/>
              <a:gd name="connsiteX1050" fmla="*/ 3000375 w 4682585"/>
              <a:gd name="connsiteY1050" fmla="*/ 623030 h 2174272"/>
              <a:gd name="connsiteX1051" fmla="*/ 3000375 w 4682585"/>
              <a:gd name="connsiteY1051" fmla="*/ 476440 h 2174272"/>
              <a:gd name="connsiteX1052" fmla="*/ 2675382 w 4682585"/>
              <a:gd name="connsiteY1052" fmla="*/ 476440 h 2174272"/>
              <a:gd name="connsiteX1053" fmla="*/ 2675382 w 4682585"/>
              <a:gd name="connsiteY1053" fmla="*/ 623030 h 2174272"/>
              <a:gd name="connsiteX1054" fmla="*/ 2833116 w 4682585"/>
              <a:gd name="connsiteY1054" fmla="*/ 623030 h 2174272"/>
              <a:gd name="connsiteX1055" fmla="*/ 2833116 w 4682585"/>
              <a:gd name="connsiteY1055" fmla="*/ 476440 h 2174272"/>
              <a:gd name="connsiteX1056" fmla="*/ 2508123 w 4682585"/>
              <a:gd name="connsiteY1056" fmla="*/ 476440 h 2174272"/>
              <a:gd name="connsiteX1057" fmla="*/ 2508123 w 4682585"/>
              <a:gd name="connsiteY1057" fmla="*/ 623030 h 2174272"/>
              <a:gd name="connsiteX1058" fmla="*/ 2665857 w 4682585"/>
              <a:gd name="connsiteY1058" fmla="*/ 623030 h 2174272"/>
              <a:gd name="connsiteX1059" fmla="*/ 2665857 w 4682585"/>
              <a:gd name="connsiteY1059" fmla="*/ 476440 h 2174272"/>
              <a:gd name="connsiteX1060" fmla="*/ 2340864 w 4682585"/>
              <a:gd name="connsiteY1060" fmla="*/ 476440 h 2174272"/>
              <a:gd name="connsiteX1061" fmla="*/ 2340864 w 4682585"/>
              <a:gd name="connsiteY1061" fmla="*/ 623030 h 2174272"/>
              <a:gd name="connsiteX1062" fmla="*/ 2498598 w 4682585"/>
              <a:gd name="connsiteY1062" fmla="*/ 623030 h 2174272"/>
              <a:gd name="connsiteX1063" fmla="*/ 2498598 w 4682585"/>
              <a:gd name="connsiteY1063" fmla="*/ 476440 h 2174272"/>
              <a:gd name="connsiteX1064" fmla="*/ 2173510 w 4682585"/>
              <a:gd name="connsiteY1064" fmla="*/ 476440 h 2174272"/>
              <a:gd name="connsiteX1065" fmla="*/ 2173510 w 4682585"/>
              <a:gd name="connsiteY1065" fmla="*/ 623030 h 2174272"/>
              <a:gd name="connsiteX1066" fmla="*/ 2331339 w 4682585"/>
              <a:gd name="connsiteY1066" fmla="*/ 623030 h 2174272"/>
              <a:gd name="connsiteX1067" fmla="*/ 2331339 w 4682585"/>
              <a:gd name="connsiteY1067" fmla="*/ 476440 h 2174272"/>
              <a:gd name="connsiteX1068" fmla="*/ 2006251 w 4682585"/>
              <a:gd name="connsiteY1068" fmla="*/ 476440 h 2174272"/>
              <a:gd name="connsiteX1069" fmla="*/ 2006251 w 4682585"/>
              <a:gd name="connsiteY1069" fmla="*/ 623030 h 2174272"/>
              <a:gd name="connsiteX1070" fmla="*/ 2163985 w 4682585"/>
              <a:gd name="connsiteY1070" fmla="*/ 623030 h 2174272"/>
              <a:gd name="connsiteX1071" fmla="*/ 2163985 w 4682585"/>
              <a:gd name="connsiteY1071" fmla="*/ 476440 h 2174272"/>
              <a:gd name="connsiteX1072" fmla="*/ 1838992 w 4682585"/>
              <a:gd name="connsiteY1072" fmla="*/ 476440 h 2174272"/>
              <a:gd name="connsiteX1073" fmla="*/ 1838992 w 4682585"/>
              <a:gd name="connsiteY1073" fmla="*/ 623030 h 2174272"/>
              <a:gd name="connsiteX1074" fmla="*/ 1996726 w 4682585"/>
              <a:gd name="connsiteY1074" fmla="*/ 623030 h 2174272"/>
              <a:gd name="connsiteX1075" fmla="*/ 1996726 w 4682585"/>
              <a:gd name="connsiteY1075" fmla="*/ 476440 h 2174272"/>
              <a:gd name="connsiteX1076" fmla="*/ 1671733 w 4682585"/>
              <a:gd name="connsiteY1076" fmla="*/ 476440 h 2174272"/>
              <a:gd name="connsiteX1077" fmla="*/ 1671733 w 4682585"/>
              <a:gd name="connsiteY1077" fmla="*/ 623030 h 2174272"/>
              <a:gd name="connsiteX1078" fmla="*/ 1829467 w 4682585"/>
              <a:gd name="connsiteY1078" fmla="*/ 623030 h 2174272"/>
              <a:gd name="connsiteX1079" fmla="*/ 1829467 w 4682585"/>
              <a:gd name="connsiteY1079" fmla="*/ 476440 h 2174272"/>
              <a:gd name="connsiteX1080" fmla="*/ 1504474 w 4682585"/>
              <a:gd name="connsiteY1080" fmla="*/ 476440 h 2174272"/>
              <a:gd name="connsiteX1081" fmla="*/ 1504474 w 4682585"/>
              <a:gd name="connsiteY1081" fmla="*/ 623030 h 2174272"/>
              <a:gd name="connsiteX1082" fmla="*/ 1662208 w 4682585"/>
              <a:gd name="connsiteY1082" fmla="*/ 623030 h 2174272"/>
              <a:gd name="connsiteX1083" fmla="*/ 1662208 w 4682585"/>
              <a:gd name="connsiteY1083" fmla="*/ 476440 h 2174272"/>
              <a:gd name="connsiteX1084" fmla="*/ 1337215 w 4682585"/>
              <a:gd name="connsiteY1084" fmla="*/ 476440 h 2174272"/>
              <a:gd name="connsiteX1085" fmla="*/ 1337215 w 4682585"/>
              <a:gd name="connsiteY1085" fmla="*/ 623030 h 2174272"/>
              <a:gd name="connsiteX1086" fmla="*/ 1494949 w 4682585"/>
              <a:gd name="connsiteY1086" fmla="*/ 623030 h 2174272"/>
              <a:gd name="connsiteX1087" fmla="*/ 1494949 w 4682585"/>
              <a:gd name="connsiteY1087" fmla="*/ 476440 h 2174272"/>
              <a:gd name="connsiteX1088" fmla="*/ 1169956 w 4682585"/>
              <a:gd name="connsiteY1088" fmla="*/ 476440 h 2174272"/>
              <a:gd name="connsiteX1089" fmla="*/ 1169956 w 4682585"/>
              <a:gd name="connsiteY1089" fmla="*/ 623030 h 2174272"/>
              <a:gd name="connsiteX1090" fmla="*/ 1327690 w 4682585"/>
              <a:gd name="connsiteY1090" fmla="*/ 623030 h 2174272"/>
              <a:gd name="connsiteX1091" fmla="*/ 1327690 w 4682585"/>
              <a:gd name="connsiteY1091" fmla="*/ 476440 h 2174272"/>
              <a:gd name="connsiteX1092" fmla="*/ 1002697 w 4682585"/>
              <a:gd name="connsiteY1092" fmla="*/ 476440 h 2174272"/>
              <a:gd name="connsiteX1093" fmla="*/ 1002697 w 4682585"/>
              <a:gd name="connsiteY1093" fmla="*/ 623030 h 2174272"/>
              <a:gd name="connsiteX1094" fmla="*/ 1160431 w 4682585"/>
              <a:gd name="connsiteY1094" fmla="*/ 623030 h 2174272"/>
              <a:gd name="connsiteX1095" fmla="*/ 1160431 w 4682585"/>
              <a:gd name="connsiteY1095" fmla="*/ 476440 h 2174272"/>
              <a:gd name="connsiteX1096" fmla="*/ 835438 w 4682585"/>
              <a:gd name="connsiteY1096" fmla="*/ 476440 h 2174272"/>
              <a:gd name="connsiteX1097" fmla="*/ 835438 w 4682585"/>
              <a:gd name="connsiteY1097" fmla="*/ 623030 h 2174272"/>
              <a:gd name="connsiteX1098" fmla="*/ 993172 w 4682585"/>
              <a:gd name="connsiteY1098" fmla="*/ 623030 h 2174272"/>
              <a:gd name="connsiteX1099" fmla="*/ 993172 w 4682585"/>
              <a:gd name="connsiteY1099" fmla="*/ 476440 h 2174272"/>
              <a:gd name="connsiteX1100" fmla="*/ 668179 w 4682585"/>
              <a:gd name="connsiteY1100" fmla="*/ 476440 h 2174272"/>
              <a:gd name="connsiteX1101" fmla="*/ 668179 w 4682585"/>
              <a:gd name="connsiteY1101" fmla="*/ 623030 h 2174272"/>
              <a:gd name="connsiteX1102" fmla="*/ 825913 w 4682585"/>
              <a:gd name="connsiteY1102" fmla="*/ 623030 h 2174272"/>
              <a:gd name="connsiteX1103" fmla="*/ 825913 w 4682585"/>
              <a:gd name="connsiteY1103" fmla="*/ 476440 h 2174272"/>
              <a:gd name="connsiteX1104" fmla="*/ 500920 w 4682585"/>
              <a:gd name="connsiteY1104" fmla="*/ 476440 h 2174272"/>
              <a:gd name="connsiteX1105" fmla="*/ 500920 w 4682585"/>
              <a:gd name="connsiteY1105" fmla="*/ 623030 h 2174272"/>
              <a:gd name="connsiteX1106" fmla="*/ 658654 w 4682585"/>
              <a:gd name="connsiteY1106" fmla="*/ 623030 h 2174272"/>
              <a:gd name="connsiteX1107" fmla="*/ 658654 w 4682585"/>
              <a:gd name="connsiteY1107" fmla="*/ 476440 h 2174272"/>
              <a:gd name="connsiteX1108" fmla="*/ 333566 w 4682585"/>
              <a:gd name="connsiteY1108" fmla="*/ 476440 h 2174272"/>
              <a:gd name="connsiteX1109" fmla="*/ 333566 w 4682585"/>
              <a:gd name="connsiteY1109" fmla="*/ 623030 h 2174272"/>
              <a:gd name="connsiteX1110" fmla="*/ 491395 w 4682585"/>
              <a:gd name="connsiteY1110" fmla="*/ 623030 h 2174272"/>
              <a:gd name="connsiteX1111" fmla="*/ 491395 w 4682585"/>
              <a:gd name="connsiteY1111" fmla="*/ 476440 h 2174272"/>
              <a:gd name="connsiteX1112" fmla="*/ 166307 w 4682585"/>
              <a:gd name="connsiteY1112" fmla="*/ 476440 h 2174272"/>
              <a:gd name="connsiteX1113" fmla="*/ 166307 w 4682585"/>
              <a:gd name="connsiteY1113" fmla="*/ 623030 h 2174272"/>
              <a:gd name="connsiteX1114" fmla="*/ 324041 w 4682585"/>
              <a:gd name="connsiteY1114" fmla="*/ 623030 h 2174272"/>
              <a:gd name="connsiteX1115" fmla="*/ 324041 w 4682585"/>
              <a:gd name="connsiteY1115" fmla="*/ 476440 h 2174272"/>
              <a:gd name="connsiteX1116" fmla="*/ 9525 w 4682585"/>
              <a:gd name="connsiteY1116" fmla="*/ 476440 h 2174272"/>
              <a:gd name="connsiteX1117" fmla="*/ 9525 w 4682585"/>
              <a:gd name="connsiteY1117" fmla="*/ 623030 h 2174272"/>
              <a:gd name="connsiteX1118" fmla="*/ 156782 w 4682585"/>
              <a:gd name="connsiteY1118" fmla="*/ 623030 h 2174272"/>
              <a:gd name="connsiteX1119" fmla="*/ 156782 w 4682585"/>
              <a:gd name="connsiteY1119" fmla="*/ 476440 h 2174272"/>
              <a:gd name="connsiteX1120" fmla="*/ 4515326 w 4682585"/>
              <a:gd name="connsiteY1120" fmla="*/ 320325 h 2174272"/>
              <a:gd name="connsiteX1121" fmla="*/ 4515326 w 4682585"/>
              <a:gd name="connsiteY1121" fmla="*/ 466915 h 2174272"/>
              <a:gd name="connsiteX1122" fmla="*/ 4673060 w 4682585"/>
              <a:gd name="connsiteY1122" fmla="*/ 466915 h 2174272"/>
              <a:gd name="connsiteX1123" fmla="*/ 4673060 w 4682585"/>
              <a:gd name="connsiteY1123" fmla="*/ 320325 h 2174272"/>
              <a:gd name="connsiteX1124" fmla="*/ 4348068 w 4682585"/>
              <a:gd name="connsiteY1124" fmla="*/ 320325 h 2174272"/>
              <a:gd name="connsiteX1125" fmla="*/ 4348068 w 4682585"/>
              <a:gd name="connsiteY1125" fmla="*/ 466915 h 2174272"/>
              <a:gd name="connsiteX1126" fmla="*/ 4505801 w 4682585"/>
              <a:gd name="connsiteY1126" fmla="*/ 466915 h 2174272"/>
              <a:gd name="connsiteX1127" fmla="*/ 4505801 w 4682585"/>
              <a:gd name="connsiteY1127" fmla="*/ 320325 h 2174272"/>
              <a:gd name="connsiteX1128" fmla="*/ 4180809 w 4682585"/>
              <a:gd name="connsiteY1128" fmla="*/ 320325 h 2174272"/>
              <a:gd name="connsiteX1129" fmla="*/ 4180809 w 4682585"/>
              <a:gd name="connsiteY1129" fmla="*/ 466915 h 2174272"/>
              <a:gd name="connsiteX1130" fmla="*/ 4338543 w 4682585"/>
              <a:gd name="connsiteY1130" fmla="*/ 466915 h 2174272"/>
              <a:gd name="connsiteX1131" fmla="*/ 4338543 w 4682585"/>
              <a:gd name="connsiteY1131" fmla="*/ 320325 h 2174272"/>
              <a:gd name="connsiteX1132" fmla="*/ 4013550 w 4682585"/>
              <a:gd name="connsiteY1132" fmla="*/ 320325 h 2174272"/>
              <a:gd name="connsiteX1133" fmla="*/ 4013550 w 4682585"/>
              <a:gd name="connsiteY1133" fmla="*/ 466915 h 2174272"/>
              <a:gd name="connsiteX1134" fmla="*/ 4171284 w 4682585"/>
              <a:gd name="connsiteY1134" fmla="*/ 466915 h 2174272"/>
              <a:gd name="connsiteX1135" fmla="*/ 4171284 w 4682585"/>
              <a:gd name="connsiteY1135" fmla="*/ 320325 h 2174272"/>
              <a:gd name="connsiteX1136" fmla="*/ 3846291 w 4682585"/>
              <a:gd name="connsiteY1136" fmla="*/ 320325 h 2174272"/>
              <a:gd name="connsiteX1137" fmla="*/ 3846291 w 4682585"/>
              <a:gd name="connsiteY1137" fmla="*/ 466915 h 2174272"/>
              <a:gd name="connsiteX1138" fmla="*/ 4004025 w 4682585"/>
              <a:gd name="connsiteY1138" fmla="*/ 466915 h 2174272"/>
              <a:gd name="connsiteX1139" fmla="*/ 4004025 w 4682585"/>
              <a:gd name="connsiteY1139" fmla="*/ 320325 h 2174272"/>
              <a:gd name="connsiteX1140" fmla="*/ 3678936 w 4682585"/>
              <a:gd name="connsiteY1140" fmla="*/ 320325 h 2174272"/>
              <a:gd name="connsiteX1141" fmla="*/ 3678936 w 4682585"/>
              <a:gd name="connsiteY1141" fmla="*/ 466915 h 2174272"/>
              <a:gd name="connsiteX1142" fmla="*/ 3836766 w 4682585"/>
              <a:gd name="connsiteY1142" fmla="*/ 466915 h 2174272"/>
              <a:gd name="connsiteX1143" fmla="*/ 3836766 w 4682585"/>
              <a:gd name="connsiteY1143" fmla="*/ 320325 h 2174272"/>
              <a:gd name="connsiteX1144" fmla="*/ 3511677 w 4682585"/>
              <a:gd name="connsiteY1144" fmla="*/ 320325 h 2174272"/>
              <a:gd name="connsiteX1145" fmla="*/ 3511677 w 4682585"/>
              <a:gd name="connsiteY1145" fmla="*/ 466915 h 2174272"/>
              <a:gd name="connsiteX1146" fmla="*/ 3669411 w 4682585"/>
              <a:gd name="connsiteY1146" fmla="*/ 466915 h 2174272"/>
              <a:gd name="connsiteX1147" fmla="*/ 3669411 w 4682585"/>
              <a:gd name="connsiteY1147" fmla="*/ 320325 h 2174272"/>
              <a:gd name="connsiteX1148" fmla="*/ 3344418 w 4682585"/>
              <a:gd name="connsiteY1148" fmla="*/ 320325 h 2174272"/>
              <a:gd name="connsiteX1149" fmla="*/ 3344418 w 4682585"/>
              <a:gd name="connsiteY1149" fmla="*/ 466915 h 2174272"/>
              <a:gd name="connsiteX1150" fmla="*/ 3502152 w 4682585"/>
              <a:gd name="connsiteY1150" fmla="*/ 466915 h 2174272"/>
              <a:gd name="connsiteX1151" fmla="*/ 3502152 w 4682585"/>
              <a:gd name="connsiteY1151" fmla="*/ 320325 h 2174272"/>
              <a:gd name="connsiteX1152" fmla="*/ 3177159 w 4682585"/>
              <a:gd name="connsiteY1152" fmla="*/ 320325 h 2174272"/>
              <a:gd name="connsiteX1153" fmla="*/ 3177159 w 4682585"/>
              <a:gd name="connsiteY1153" fmla="*/ 466915 h 2174272"/>
              <a:gd name="connsiteX1154" fmla="*/ 3334893 w 4682585"/>
              <a:gd name="connsiteY1154" fmla="*/ 466915 h 2174272"/>
              <a:gd name="connsiteX1155" fmla="*/ 3334893 w 4682585"/>
              <a:gd name="connsiteY1155" fmla="*/ 320325 h 2174272"/>
              <a:gd name="connsiteX1156" fmla="*/ 3009900 w 4682585"/>
              <a:gd name="connsiteY1156" fmla="*/ 320325 h 2174272"/>
              <a:gd name="connsiteX1157" fmla="*/ 3009900 w 4682585"/>
              <a:gd name="connsiteY1157" fmla="*/ 466915 h 2174272"/>
              <a:gd name="connsiteX1158" fmla="*/ 3167634 w 4682585"/>
              <a:gd name="connsiteY1158" fmla="*/ 466915 h 2174272"/>
              <a:gd name="connsiteX1159" fmla="*/ 3167634 w 4682585"/>
              <a:gd name="connsiteY1159" fmla="*/ 320325 h 2174272"/>
              <a:gd name="connsiteX1160" fmla="*/ 2842641 w 4682585"/>
              <a:gd name="connsiteY1160" fmla="*/ 320325 h 2174272"/>
              <a:gd name="connsiteX1161" fmla="*/ 2842641 w 4682585"/>
              <a:gd name="connsiteY1161" fmla="*/ 466915 h 2174272"/>
              <a:gd name="connsiteX1162" fmla="*/ 3000375 w 4682585"/>
              <a:gd name="connsiteY1162" fmla="*/ 466915 h 2174272"/>
              <a:gd name="connsiteX1163" fmla="*/ 3000375 w 4682585"/>
              <a:gd name="connsiteY1163" fmla="*/ 320325 h 2174272"/>
              <a:gd name="connsiteX1164" fmla="*/ 2675382 w 4682585"/>
              <a:gd name="connsiteY1164" fmla="*/ 320325 h 2174272"/>
              <a:gd name="connsiteX1165" fmla="*/ 2675382 w 4682585"/>
              <a:gd name="connsiteY1165" fmla="*/ 466915 h 2174272"/>
              <a:gd name="connsiteX1166" fmla="*/ 2833116 w 4682585"/>
              <a:gd name="connsiteY1166" fmla="*/ 466915 h 2174272"/>
              <a:gd name="connsiteX1167" fmla="*/ 2833116 w 4682585"/>
              <a:gd name="connsiteY1167" fmla="*/ 320325 h 2174272"/>
              <a:gd name="connsiteX1168" fmla="*/ 2508123 w 4682585"/>
              <a:gd name="connsiteY1168" fmla="*/ 320325 h 2174272"/>
              <a:gd name="connsiteX1169" fmla="*/ 2508123 w 4682585"/>
              <a:gd name="connsiteY1169" fmla="*/ 466915 h 2174272"/>
              <a:gd name="connsiteX1170" fmla="*/ 2665857 w 4682585"/>
              <a:gd name="connsiteY1170" fmla="*/ 466915 h 2174272"/>
              <a:gd name="connsiteX1171" fmla="*/ 2665857 w 4682585"/>
              <a:gd name="connsiteY1171" fmla="*/ 320325 h 2174272"/>
              <a:gd name="connsiteX1172" fmla="*/ 2340864 w 4682585"/>
              <a:gd name="connsiteY1172" fmla="*/ 320325 h 2174272"/>
              <a:gd name="connsiteX1173" fmla="*/ 2340864 w 4682585"/>
              <a:gd name="connsiteY1173" fmla="*/ 466915 h 2174272"/>
              <a:gd name="connsiteX1174" fmla="*/ 2498598 w 4682585"/>
              <a:gd name="connsiteY1174" fmla="*/ 466915 h 2174272"/>
              <a:gd name="connsiteX1175" fmla="*/ 2498598 w 4682585"/>
              <a:gd name="connsiteY1175" fmla="*/ 320325 h 2174272"/>
              <a:gd name="connsiteX1176" fmla="*/ 2173510 w 4682585"/>
              <a:gd name="connsiteY1176" fmla="*/ 320325 h 2174272"/>
              <a:gd name="connsiteX1177" fmla="*/ 2173510 w 4682585"/>
              <a:gd name="connsiteY1177" fmla="*/ 466915 h 2174272"/>
              <a:gd name="connsiteX1178" fmla="*/ 2331339 w 4682585"/>
              <a:gd name="connsiteY1178" fmla="*/ 466915 h 2174272"/>
              <a:gd name="connsiteX1179" fmla="*/ 2331339 w 4682585"/>
              <a:gd name="connsiteY1179" fmla="*/ 320325 h 2174272"/>
              <a:gd name="connsiteX1180" fmla="*/ 2006251 w 4682585"/>
              <a:gd name="connsiteY1180" fmla="*/ 320325 h 2174272"/>
              <a:gd name="connsiteX1181" fmla="*/ 2006251 w 4682585"/>
              <a:gd name="connsiteY1181" fmla="*/ 466915 h 2174272"/>
              <a:gd name="connsiteX1182" fmla="*/ 2163985 w 4682585"/>
              <a:gd name="connsiteY1182" fmla="*/ 466915 h 2174272"/>
              <a:gd name="connsiteX1183" fmla="*/ 2163985 w 4682585"/>
              <a:gd name="connsiteY1183" fmla="*/ 320325 h 2174272"/>
              <a:gd name="connsiteX1184" fmla="*/ 1838992 w 4682585"/>
              <a:gd name="connsiteY1184" fmla="*/ 320325 h 2174272"/>
              <a:gd name="connsiteX1185" fmla="*/ 1838992 w 4682585"/>
              <a:gd name="connsiteY1185" fmla="*/ 466915 h 2174272"/>
              <a:gd name="connsiteX1186" fmla="*/ 1996726 w 4682585"/>
              <a:gd name="connsiteY1186" fmla="*/ 466915 h 2174272"/>
              <a:gd name="connsiteX1187" fmla="*/ 1996726 w 4682585"/>
              <a:gd name="connsiteY1187" fmla="*/ 320325 h 2174272"/>
              <a:gd name="connsiteX1188" fmla="*/ 1671733 w 4682585"/>
              <a:gd name="connsiteY1188" fmla="*/ 320325 h 2174272"/>
              <a:gd name="connsiteX1189" fmla="*/ 1671733 w 4682585"/>
              <a:gd name="connsiteY1189" fmla="*/ 466915 h 2174272"/>
              <a:gd name="connsiteX1190" fmla="*/ 1829467 w 4682585"/>
              <a:gd name="connsiteY1190" fmla="*/ 466915 h 2174272"/>
              <a:gd name="connsiteX1191" fmla="*/ 1829467 w 4682585"/>
              <a:gd name="connsiteY1191" fmla="*/ 320325 h 2174272"/>
              <a:gd name="connsiteX1192" fmla="*/ 1504474 w 4682585"/>
              <a:gd name="connsiteY1192" fmla="*/ 320325 h 2174272"/>
              <a:gd name="connsiteX1193" fmla="*/ 1504474 w 4682585"/>
              <a:gd name="connsiteY1193" fmla="*/ 466915 h 2174272"/>
              <a:gd name="connsiteX1194" fmla="*/ 1662208 w 4682585"/>
              <a:gd name="connsiteY1194" fmla="*/ 466915 h 2174272"/>
              <a:gd name="connsiteX1195" fmla="*/ 1662208 w 4682585"/>
              <a:gd name="connsiteY1195" fmla="*/ 320325 h 2174272"/>
              <a:gd name="connsiteX1196" fmla="*/ 1337215 w 4682585"/>
              <a:gd name="connsiteY1196" fmla="*/ 320325 h 2174272"/>
              <a:gd name="connsiteX1197" fmla="*/ 1337215 w 4682585"/>
              <a:gd name="connsiteY1197" fmla="*/ 466915 h 2174272"/>
              <a:gd name="connsiteX1198" fmla="*/ 1494949 w 4682585"/>
              <a:gd name="connsiteY1198" fmla="*/ 466915 h 2174272"/>
              <a:gd name="connsiteX1199" fmla="*/ 1494949 w 4682585"/>
              <a:gd name="connsiteY1199" fmla="*/ 320325 h 2174272"/>
              <a:gd name="connsiteX1200" fmla="*/ 1169956 w 4682585"/>
              <a:gd name="connsiteY1200" fmla="*/ 320325 h 2174272"/>
              <a:gd name="connsiteX1201" fmla="*/ 1169956 w 4682585"/>
              <a:gd name="connsiteY1201" fmla="*/ 466915 h 2174272"/>
              <a:gd name="connsiteX1202" fmla="*/ 1327690 w 4682585"/>
              <a:gd name="connsiteY1202" fmla="*/ 466915 h 2174272"/>
              <a:gd name="connsiteX1203" fmla="*/ 1327690 w 4682585"/>
              <a:gd name="connsiteY1203" fmla="*/ 320325 h 2174272"/>
              <a:gd name="connsiteX1204" fmla="*/ 1002697 w 4682585"/>
              <a:gd name="connsiteY1204" fmla="*/ 320325 h 2174272"/>
              <a:gd name="connsiteX1205" fmla="*/ 1002697 w 4682585"/>
              <a:gd name="connsiteY1205" fmla="*/ 466915 h 2174272"/>
              <a:gd name="connsiteX1206" fmla="*/ 1160431 w 4682585"/>
              <a:gd name="connsiteY1206" fmla="*/ 466915 h 2174272"/>
              <a:gd name="connsiteX1207" fmla="*/ 1160431 w 4682585"/>
              <a:gd name="connsiteY1207" fmla="*/ 320325 h 2174272"/>
              <a:gd name="connsiteX1208" fmla="*/ 835438 w 4682585"/>
              <a:gd name="connsiteY1208" fmla="*/ 320325 h 2174272"/>
              <a:gd name="connsiteX1209" fmla="*/ 835438 w 4682585"/>
              <a:gd name="connsiteY1209" fmla="*/ 466915 h 2174272"/>
              <a:gd name="connsiteX1210" fmla="*/ 993172 w 4682585"/>
              <a:gd name="connsiteY1210" fmla="*/ 466915 h 2174272"/>
              <a:gd name="connsiteX1211" fmla="*/ 993172 w 4682585"/>
              <a:gd name="connsiteY1211" fmla="*/ 320325 h 2174272"/>
              <a:gd name="connsiteX1212" fmla="*/ 668179 w 4682585"/>
              <a:gd name="connsiteY1212" fmla="*/ 320325 h 2174272"/>
              <a:gd name="connsiteX1213" fmla="*/ 668179 w 4682585"/>
              <a:gd name="connsiteY1213" fmla="*/ 466915 h 2174272"/>
              <a:gd name="connsiteX1214" fmla="*/ 825913 w 4682585"/>
              <a:gd name="connsiteY1214" fmla="*/ 466915 h 2174272"/>
              <a:gd name="connsiteX1215" fmla="*/ 825913 w 4682585"/>
              <a:gd name="connsiteY1215" fmla="*/ 320325 h 2174272"/>
              <a:gd name="connsiteX1216" fmla="*/ 500920 w 4682585"/>
              <a:gd name="connsiteY1216" fmla="*/ 320325 h 2174272"/>
              <a:gd name="connsiteX1217" fmla="*/ 500920 w 4682585"/>
              <a:gd name="connsiteY1217" fmla="*/ 466915 h 2174272"/>
              <a:gd name="connsiteX1218" fmla="*/ 658654 w 4682585"/>
              <a:gd name="connsiteY1218" fmla="*/ 466915 h 2174272"/>
              <a:gd name="connsiteX1219" fmla="*/ 658654 w 4682585"/>
              <a:gd name="connsiteY1219" fmla="*/ 320325 h 2174272"/>
              <a:gd name="connsiteX1220" fmla="*/ 333566 w 4682585"/>
              <a:gd name="connsiteY1220" fmla="*/ 320325 h 2174272"/>
              <a:gd name="connsiteX1221" fmla="*/ 333566 w 4682585"/>
              <a:gd name="connsiteY1221" fmla="*/ 466915 h 2174272"/>
              <a:gd name="connsiteX1222" fmla="*/ 491395 w 4682585"/>
              <a:gd name="connsiteY1222" fmla="*/ 466915 h 2174272"/>
              <a:gd name="connsiteX1223" fmla="*/ 491395 w 4682585"/>
              <a:gd name="connsiteY1223" fmla="*/ 320325 h 2174272"/>
              <a:gd name="connsiteX1224" fmla="*/ 166307 w 4682585"/>
              <a:gd name="connsiteY1224" fmla="*/ 320325 h 2174272"/>
              <a:gd name="connsiteX1225" fmla="*/ 166307 w 4682585"/>
              <a:gd name="connsiteY1225" fmla="*/ 466915 h 2174272"/>
              <a:gd name="connsiteX1226" fmla="*/ 324041 w 4682585"/>
              <a:gd name="connsiteY1226" fmla="*/ 466915 h 2174272"/>
              <a:gd name="connsiteX1227" fmla="*/ 324041 w 4682585"/>
              <a:gd name="connsiteY1227" fmla="*/ 320325 h 2174272"/>
              <a:gd name="connsiteX1228" fmla="*/ 9525 w 4682585"/>
              <a:gd name="connsiteY1228" fmla="*/ 320325 h 2174272"/>
              <a:gd name="connsiteX1229" fmla="*/ 9525 w 4682585"/>
              <a:gd name="connsiteY1229" fmla="*/ 466915 h 2174272"/>
              <a:gd name="connsiteX1230" fmla="*/ 156782 w 4682585"/>
              <a:gd name="connsiteY1230" fmla="*/ 466915 h 2174272"/>
              <a:gd name="connsiteX1231" fmla="*/ 156782 w 4682585"/>
              <a:gd name="connsiteY1231" fmla="*/ 320325 h 2174272"/>
              <a:gd name="connsiteX1232" fmla="*/ 4515326 w 4682585"/>
              <a:gd name="connsiteY1232" fmla="*/ 164211 h 2174272"/>
              <a:gd name="connsiteX1233" fmla="*/ 4515326 w 4682585"/>
              <a:gd name="connsiteY1233" fmla="*/ 310800 h 2174272"/>
              <a:gd name="connsiteX1234" fmla="*/ 4673060 w 4682585"/>
              <a:gd name="connsiteY1234" fmla="*/ 310800 h 2174272"/>
              <a:gd name="connsiteX1235" fmla="*/ 4673060 w 4682585"/>
              <a:gd name="connsiteY1235" fmla="*/ 164211 h 2174272"/>
              <a:gd name="connsiteX1236" fmla="*/ 4348068 w 4682585"/>
              <a:gd name="connsiteY1236" fmla="*/ 164211 h 2174272"/>
              <a:gd name="connsiteX1237" fmla="*/ 4348068 w 4682585"/>
              <a:gd name="connsiteY1237" fmla="*/ 310800 h 2174272"/>
              <a:gd name="connsiteX1238" fmla="*/ 4505801 w 4682585"/>
              <a:gd name="connsiteY1238" fmla="*/ 310800 h 2174272"/>
              <a:gd name="connsiteX1239" fmla="*/ 4505801 w 4682585"/>
              <a:gd name="connsiteY1239" fmla="*/ 164211 h 2174272"/>
              <a:gd name="connsiteX1240" fmla="*/ 4180809 w 4682585"/>
              <a:gd name="connsiteY1240" fmla="*/ 164211 h 2174272"/>
              <a:gd name="connsiteX1241" fmla="*/ 4180809 w 4682585"/>
              <a:gd name="connsiteY1241" fmla="*/ 310800 h 2174272"/>
              <a:gd name="connsiteX1242" fmla="*/ 4338543 w 4682585"/>
              <a:gd name="connsiteY1242" fmla="*/ 310800 h 2174272"/>
              <a:gd name="connsiteX1243" fmla="*/ 4338543 w 4682585"/>
              <a:gd name="connsiteY1243" fmla="*/ 164211 h 2174272"/>
              <a:gd name="connsiteX1244" fmla="*/ 4013550 w 4682585"/>
              <a:gd name="connsiteY1244" fmla="*/ 164211 h 2174272"/>
              <a:gd name="connsiteX1245" fmla="*/ 4013550 w 4682585"/>
              <a:gd name="connsiteY1245" fmla="*/ 310800 h 2174272"/>
              <a:gd name="connsiteX1246" fmla="*/ 4171284 w 4682585"/>
              <a:gd name="connsiteY1246" fmla="*/ 310800 h 2174272"/>
              <a:gd name="connsiteX1247" fmla="*/ 4171284 w 4682585"/>
              <a:gd name="connsiteY1247" fmla="*/ 164211 h 2174272"/>
              <a:gd name="connsiteX1248" fmla="*/ 3846291 w 4682585"/>
              <a:gd name="connsiteY1248" fmla="*/ 164211 h 2174272"/>
              <a:gd name="connsiteX1249" fmla="*/ 3846291 w 4682585"/>
              <a:gd name="connsiteY1249" fmla="*/ 310800 h 2174272"/>
              <a:gd name="connsiteX1250" fmla="*/ 4004025 w 4682585"/>
              <a:gd name="connsiteY1250" fmla="*/ 310800 h 2174272"/>
              <a:gd name="connsiteX1251" fmla="*/ 4004025 w 4682585"/>
              <a:gd name="connsiteY1251" fmla="*/ 164211 h 2174272"/>
              <a:gd name="connsiteX1252" fmla="*/ 3678936 w 4682585"/>
              <a:gd name="connsiteY1252" fmla="*/ 164211 h 2174272"/>
              <a:gd name="connsiteX1253" fmla="*/ 3678936 w 4682585"/>
              <a:gd name="connsiteY1253" fmla="*/ 310800 h 2174272"/>
              <a:gd name="connsiteX1254" fmla="*/ 3836766 w 4682585"/>
              <a:gd name="connsiteY1254" fmla="*/ 310800 h 2174272"/>
              <a:gd name="connsiteX1255" fmla="*/ 3836766 w 4682585"/>
              <a:gd name="connsiteY1255" fmla="*/ 164211 h 2174272"/>
              <a:gd name="connsiteX1256" fmla="*/ 3511677 w 4682585"/>
              <a:gd name="connsiteY1256" fmla="*/ 164211 h 2174272"/>
              <a:gd name="connsiteX1257" fmla="*/ 3511677 w 4682585"/>
              <a:gd name="connsiteY1257" fmla="*/ 310800 h 2174272"/>
              <a:gd name="connsiteX1258" fmla="*/ 3669411 w 4682585"/>
              <a:gd name="connsiteY1258" fmla="*/ 310800 h 2174272"/>
              <a:gd name="connsiteX1259" fmla="*/ 3669411 w 4682585"/>
              <a:gd name="connsiteY1259" fmla="*/ 164211 h 2174272"/>
              <a:gd name="connsiteX1260" fmla="*/ 3344418 w 4682585"/>
              <a:gd name="connsiteY1260" fmla="*/ 164211 h 2174272"/>
              <a:gd name="connsiteX1261" fmla="*/ 3344418 w 4682585"/>
              <a:gd name="connsiteY1261" fmla="*/ 310800 h 2174272"/>
              <a:gd name="connsiteX1262" fmla="*/ 3502152 w 4682585"/>
              <a:gd name="connsiteY1262" fmla="*/ 310800 h 2174272"/>
              <a:gd name="connsiteX1263" fmla="*/ 3502152 w 4682585"/>
              <a:gd name="connsiteY1263" fmla="*/ 164211 h 2174272"/>
              <a:gd name="connsiteX1264" fmla="*/ 3177159 w 4682585"/>
              <a:gd name="connsiteY1264" fmla="*/ 164211 h 2174272"/>
              <a:gd name="connsiteX1265" fmla="*/ 3177159 w 4682585"/>
              <a:gd name="connsiteY1265" fmla="*/ 310800 h 2174272"/>
              <a:gd name="connsiteX1266" fmla="*/ 3334893 w 4682585"/>
              <a:gd name="connsiteY1266" fmla="*/ 310800 h 2174272"/>
              <a:gd name="connsiteX1267" fmla="*/ 3334893 w 4682585"/>
              <a:gd name="connsiteY1267" fmla="*/ 164211 h 2174272"/>
              <a:gd name="connsiteX1268" fmla="*/ 3009900 w 4682585"/>
              <a:gd name="connsiteY1268" fmla="*/ 164211 h 2174272"/>
              <a:gd name="connsiteX1269" fmla="*/ 3009900 w 4682585"/>
              <a:gd name="connsiteY1269" fmla="*/ 310800 h 2174272"/>
              <a:gd name="connsiteX1270" fmla="*/ 3167634 w 4682585"/>
              <a:gd name="connsiteY1270" fmla="*/ 310800 h 2174272"/>
              <a:gd name="connsiteX1271" fmla="*/ 3167634 w 4682585"/>
              <a:gd name="connsiteY1271" fmla="*/ 164211 h 2174272"/>
              <a:gd name="connsiteX1272" fmla="*/ 2842641 w 4682585"/>
              <a:gd name="connsiteY1272" fmla="*/ 164211 h 2174272"/>
              <a:gd name="connsiteX1273" fmla="*/ 2842641 w 4682585"/>
              <a:gd name="connsiteY1273" fmla="*/ 310800 h 2174272"/>
              <a:gd name="connsiteX1274" fmla="*/ 3000375 w 4682585"/>
              <a:gd name="connsiteY1274" fmla="*/ 310800 h 2174272"/>
              <a:gd name="connsiteX1275" fmla="*/ 3000375 w 4682585"/>
              <a:gd name="connsiteY1275" fmla="*/ 164211 h 2174272"/>
              <a:gd name="connsiteX1276" fmla="*/ 2675382 w 4682585"/>
              <a:gd name="connsiteY1276" fmla="*/ 164211 h 2174272"/>
              <a:gd name="connsiteX1277" fmla="*/ 2675382 w 4682585"/>
              <a:gd name="connsiteY1277" fmla="*/ 310800 h 2174272"/>
              <a:gd name="connsiteX1278" fmla="*/ 2833116 w 4682585"/>
              <a:gd name="connsiteY1278" fmla="*/ 310800 h 2174272"/>
              <a:gd name="connsiteX1279" fmla="*/ 2833116 w 4682585"/>
              <a:gd name="connsiteY1279" fmla="*/ 164211 h 2174272"/>
              <a:gd name="connsiteX1280" fmla="*/ 2508123 w 4682585"/>
              <a:gd name="connsiteY1280" fmla="*/ 164211 h 2174272"/>
              <a:gd name="connsiteX1281" fmla="*/ 2508123 w 4682585"/>
              <a:gd name="connsiteY1281" fmla="*/ 310800 h 2174272"/>
              <a:gd name="connsiteX1282" fmla="*/ 2665857 w 4682585"/>
              <a:gd name="connsiteY1282" fmla="*/ 310800 h 2174272"/>
              <a:gd name="connsiteX1283" fmla="*/ 2665857 w 4682585"/>
              <a:gd name="connsiteY1283" fmla="*/ 164211 h 2174272"/>
              <a:gd name="connsiteX1284" fmla="*/ 2340864 w 4682585"/>
              <a:gd name="connsiteY1284" fmla="*/ 164211 h 2174272"/>
              <a:gd name="connsiteX1285" fmla="*/ 2340864 w 4682585"/>
              <a:gd name="connsiteY1285" fmla="*/ 310800 h 2174272"/>
              <a:gd name="connsiteX1286" fmla="*/ 2498598 w 4682585"/>
              <a:gd name="connsiteY1286" fmla="*/ 310800 h 2174272"/>
              <a:gd name="connsiteX1287" fmla="*/ 2498598 w 4682585"/>
              <a:gd name="connsiteY1287" fmla="*/ 164211 h 2174272"/>
              <a:gd name="connsiteX1288" fmla="*/ 2173510 w 4682585"/>
              <a:gd name="connsiteY1288" fmla="*/ 164211 h 2174272"/>
              <a:gd name="connsiteX1289" fmla="*/ 2173510 w 4682585"/>
              <a:gd name="connsiteY1289" fmla="*/ 310800 h 2174272"/>
              <a:gd name="connsiteX1290" fmla="*/ 2331339 w 4682585"/>
              <a:gd name="connsiteY1290" fmla="*/ 310800 h 2174272"/>
              <a:gd name="connsiteX1291" fmla="*/ 2331339 w 4682585"/>
              <a:gd name="connsiteY1291" fmla="*/ 164211 h 2174272"/>
              <a:gd name="connsiteX1292" fmla="*/ 2006251 w 4682585"/>
              <a:gd name="connsiteY1292" fmla="*/ 164211 h 2174272"/>
              <a:gd name="connsiteX1293" fmla="*/ 2006251 w 4682585"/>
              <a:gd name="connsiteY1293" fmla="*/ 310800 h 2174272"/>
              <a:gd name="connsiteX1294" fmla="*/ 2163985 w 4682585"/>
              <a:gd name="connsiteY1294" fmla="*/ 310800 h 2174272"/>
              <a:gd name="connsiteX1295" fmla="*/ 2163985 w 4682585"/>
              <a:gd name="connsiteY1295" fmla="*/ 164211 h 2174272"/>
              <a:gd name="connsiteX1296" fmla="*/ 1838992 w 4682585"/>
              <a:gd name="connsiteY1296" fmla="*/ 164211 h 2174272"/>
              <a:gd name="connsiteX1297" fmla="*/ 1838992 w 4682585"/>
              <a:gd name="connsiteY1297" fmla="*/ 310800 h 2174272"/>
              <a:gd name="connsiteX1298" fmla="*/ 1996726 w 4682585"/>
              <a:gd name="connsiteY1298" fmla="*/ 310800 h 2174272"/>
              <a:gd name="connsiteX1299" fmla="*/ 1996726 w 4682585"/>
              <a:gd name="connsiteY1299" fmla="*/ 164211 h 2174272"/>
              <a:gd name="connsiteX1300" fmla="*/ 1671733 w 4682585"/>
              <a:gd name="connsiteY1300" fmla="*/ 164211 h 2174272"/>
              <a:gd name="connsiteX1301" fmla="*/ 1671733 w 4682585"/>
              <a:gd name="connsiteY1301" fmla="*/ 310800 h 2174272"/>
              <a:gd name="connsiteX1302" fmla="*/ 1829467 w 4682585"/>
              <a:gd name="connsiteY1302" fmla="*/ 310800 h 2174272"/>
              <a:gd name="connsiteX1303" fmla="*/ 1829467 w 4682585"/>
              <a:gd name="connsiteY1303" fmla="*/ 164211 h 2174272"/>
              <a:gd name="connsiteX1304" fmla="*/ 1504474 w 4682585"/>
              <a:gd name="connsiteY1304" fmla="*/ 164211 h 2174272"/>
              <a:gd name="connsiteX1305" fmla="*/ 1504474 w 4682585"/>
              <a:gd name="connsiteY1305" fmla="*/ 310800 h 2174272"/>
              <a:gd name="connsiteX1306" fmla="*/ 1662208 w 4682585"/>
              <a:gd name="connsiteY1306" fmla="*/ 310800 h 2174272"/>
              <a:gd name="connsiteX1307" fmla="*/ 1662208 w 4682585"/>
              <a:gd name="connsiteY1307" fmla="*/ 164211 h 2174272"/>
              <a:gd name="connsiteX1308" fmla="*/ 1337215 w 4682585"/>
              <a:gd name="connsiteY1308" fmla="*/ 164211 h 2174272"/>
              <a:gd name="connsiteX1309" fmla="*/ 1337215 w 4682585"/>
              <a:gd name="connsiteY1309" fmla="*/ 310800 h 2174272"/>
              <a:gd name="connsiteX1310" fmla="*/ 1494949 w 4682585"/>
              <a:gd name="connsiteY1310" fmla="*/ 310800 h 2174272"/>
              <a:gd name="connsiteX1311" fmla="*/ 1494949 w 4682585"/>
              <a:gd name="connsiteY1311" fmla="*/ 164211 h 2174272"/>
              <a:gd name="connsiteX1312" fmla="*/ 1169956 w 4682585"/>
              <a:gd name="connsiteY1312" fmla="*/ 164211 h 2174272"/>
              <a:gd name="connsiteX1313" fmla="*/ 1169956 w 4682585"/>
              <a:gd name="connsiteY1313" fmla="*/ 310800 h 2174272"/>
              <a:gd name="connsiteX1314" fmla="*/ 1327690 w 4682585"/>
              <a:gd name="connsiteY1314" fmla="*/ 310800 h 2174272"/>
              <a:gd name="connsiteX1315" fmla="*/ 1327690 w 4682585"/>
              <a:gd name="connsiteY1315" fmla="*/ 164211 h 2174272"/>
              <a:gd name="connsiteX1316" fmla="*/ 1002697 w 4682585"/>
              <a:gd name="connsiteY1316" fmla="*/ 164211 h 2174272"/>
              <a:gd name="connsiteX1317" fmla="*/ 1002697 w 4682585"/>
              <a:gd name="connsiteY1317" fmla="*/ 310800 h 2174272"/>
              <a:gd name="connsiteX1318" fmla="*/ 1160431 w 4682585"/>
              <a:gd name="connsiteY1318" fmla="*/ 310800 h 2174272"/>
              <a:gd name="connsiteX1319" fmla="*/ 1160431 w 4682585"/>
              <a:gd name="connsiteY1319" fmla="*/ 164211 h 2174272"/>
              <a:gd name="connsiteX1320" fmla="*/ 835438 w 4682585"/>
              <a:gd name="connsiteY1320" fmla="*/ 164211 h 2174272"/>
              <a:gd name="connsiteX1321" fmla="*/ 835438 w 4682585"/>
              <a:gd name="connsiteY1321" fmla="*/ 310800 h 2174272"/>
              <a:gd name="connsiteX1322" fmla="*/ 993172 w 4682585"/>
              <a:gd name="connsiteY1322" fmla="*/ 310800 h 2174272"/>
              <a:gd name="connsiteX1323" fmla="*/ 993172 w 4682585"/>
              <a:gd name="connsiteY1323" fmla="*/ 164211 h 2174272"/>
              <a:gd name="connsiteX1324" fmla="*/ 668179 w 4682585"/>
              <a:gd name="connsiteY1324" fmla="*/ 164211 h 2174272"/>
              <a:gd name="connsiteX1325" fmla="*/ 668179 w 4682585"/>
              <a:gd name="connsiteY1325" fmla="*/ 310800 h 2174272"/>
              <a:gd name="connsiteX1326" fmla="*/ 825913 w 4682585"/>
              <a:gd name="connsiteY1326" fmla="*/ 310800 h 2174272"/>
              <a:gd name="connsiteX1327" fmla="*/ 825913 w 4682585"/>
              <a:gd name="connsiteY1327" fmla="*/ 164211 h 2174272"/>
              <a:gd name="connsiteX1328" fmla="*/ 500920 w 4682585"/>
              <a:gd name="connsiteY1328" fmla="*/ 164211 h 2174272"/>
              <a:gd name="connsiteX1329" fmla="*/ 500920 w 4682585"/>
              <a:gd name="connsiteY1329" fmla="*/ 310800 h 2174272"/>
              <a:gd name="connsiteX1330" fmla="*/ 658654 w 4682585"/>
              <a:gd name="connsiteY1330" fmla="*/ 310800 h 2174272"/>
              <a:gd name="connsiteX1331" fmla="*/ 658654 w 4682585"/>
              <a:gd name="connsiteY1331" fmla="*/ 164211 h 2174272"/>
              <a:gd name="connsiteX1332" fmla="*/ 333566 w 4682585"/>
              <a:gd name="connsiteY1332" fmla="*/ 164211 h 2174272"/>
              <a:gd name="connsiteX1333" fmla="*/ 333566 w 4682585"/>
              <a:gd name="connsiteY1333" fmla="*/ 310800 h 2174272"/>
              <a:gd name="connsiteX1334" fmla="*/ 491395 w 4682585"/>
              <a:gd name="connsiteY1334" fmla="*/ 310800 h 2174272"/>
              <a:gd name="connsiteX1335" fmla="*/ 491395 w 4682585"/>
              <a:gd name="connsiteY1335" fmla="*/ 164211 h 2174272"/>
              <a:gd name="connsiteX1336" fmla="*/ 166307 w 4682585"/>
              <a:gd name="connsiteY1336" fmla="*/ 164211 h 2174272"/>
              <a:gd name="connsiteX1337" fmla="*/ 166307 w 4682585"/>
              <a:gd name="connsiteY1337" fmla="*/ 310800 h 2174272"/>
              <a:gd name="connsiteX1338" fmla="*/ 324041 w 4682585"/>
              <a:gd name="connsiteY1338" fmla="*/ 310800 h 2174272"/>
              <a:gd name="connsiteX1339" fmla="*/ 324041 w 4682585"/>
              <a:gd name="connsiteY1339" fmla="*/ 164211 h 2174272"/>
              <a:gd name="connsiteX1340" fmla="*/ 9525 w 4682585"/>
              <a:gd name="connsiteY1340" fmla="*/ 164211 h 2174272"/>
              <a:gd name="connsiteX1341" fmla="*/ 9525 w 4682585"/>
              <a:gd name="connsiteY1341" fmla="*/ 310800 h 2174272"/>
              <a:gd name="connsiteX1342" fmla="*/ 156782 w 4682585"/>
              <a:gd name="connsiteY1342" fmla="*/ 310800 h 2174272"/>
              <a:gd name="connsiteX1343" fmla="*/ 156782 w 4682585"/>
              <a:gd name="connsiteY1343" fmla="*/ 164211 h 2174272"/>
              <a:gd name="connsiteX1344" fmla="*/ 0 w 4682585"/>
              <a:gd name="connsiteY1344" fmla="*/ 0 h 2174272"/>
              <a:gd name="connsiteX1345" fmla="*/ 9525 w 4682585"/>
              <a:gd name="connsiteY1345" fmla="*/ 0 h 2174272"/>
              <a:gd name="connsiteX1346" fmla="*/ 9525 w 4682585"/>
              <a:gd name="connsiteY1346" fmla="*/ 154686 h 2174272"/>
              <a:gd name="connsiteX1347" fmla="*/ 156782 w 4682585"/>
              <a:gd name="connsiteY1347" fmla="*/ 154686 h 2174272"/>
              <a:gd name="connsiteX1348" fmla="*/ 156782 w 4682585"/>
              <a:gd name="connsiteY1348" fmla="*/ 0 h 2174272"/>
              <a:gd name="connsiteX1349" fmla="*/ 166307 w 4682585"/>
              <a:gd name="connsiteY1349" fmla="*/ 0 h 2174272"/>
              <a:gd name="connsiteX1350" fmla="*/ 166307 w 4682585"/>
              <a:gd name="connsiteY1350" fmla="*/ 154686 h 2174272"/>
              <a:gd name="connsiteX1351" fmla="*/ 324041 w 4682585"/>
              <a:gd name="connsiteY1351" fmla="*/ 154686 h 2174272"/>
              <a:gd name="connsiteX1352" fmla="*/ 324041 w 4682585"/>
              <a:gd name="connsiteY1352" fmla="*/ 0 h 2174272"/>
              <a:gd name="connsiteX1353" fmla="*/ 333566 w 4682585"/>
              <a:gd name="connsiteY1353" fmla="*/ 0 h 2174272"/>
              <a:gd name="connsiteX1354" fmla="*/ 333566 w 4682585"/>
              <a:gd name="connsiteY1354" fmla="*/ 154686 h 2174272"/>
              <a:gd name="connsiteX1355" fmla="*/ 491395 w 4682585"/>
              <a:gd name="connsiteY1355" fmla="*/ 154686 h 2174272"/>
              <a:gd name="connsiteX1356" fmla="*/ 491395 w 4682585"/>
              <a:gd name="connsiteY1356" fmla="*/ 0 h 2174272"/>
              <a:gd name="connsiteX1357" fmla="*/ 500920 w 4682585"/>
              <a:gd name="connsiteY1357" fmla="*/ 0 h 2174272"/>
              <a:gd name="connsiteX1358" fmla="*/ 500920 w 4682585"/>
              <a:gd name="connsiteY1358" fmla="*/ 154686 h 2174272"/>
              <a:gd name="connsiteX1359" fmla="*/ 658654 w 4682585"/>
              <a:gd name="connsiteY1359" fmla="*/ 154686 h 2174272"/>
              <a:gd name="connsiteX1360" fmla="*/ 658654 w 4682585"/>
              <a:gd name="connsiteY1360" fmla="*/ 0 h 2174272"/>
              <a:gd name="connsiteX1361" fmla="*/ 668179 w 4682585"/>
              <a:gd name="connsiteY1361" fmla="*/ 0 h 2174272"/>
              <a:gd name="connsiteX1362" fmla="*/ 668179 w 4682585"/>
              <a:gd name="connsiteY1362" fmla="*/ 154686 h 2174272"/>
              <a:gd name="connsiteX1363" fmla="*/ 825913 w 4682585"/>
              <a:gd name="connsiteY1363" fmla="*/ 154686 h 2174272"/>
              <a:gd name="connsiteX1364" fmla="*/ 825913 w 4682585"/>
              <a:gd name="connsiteY1364" fmla="*/ 0 h 2174272"/>
              <a:gd name="connsiteX1365" fmla="*/ 835438 w 4682585"/>
              <a:gd name="connsiteY1365" fmla="*/ 0 h 2174272"/>
              <a:gd name="connsiteX1366" fmla="*/ 835438 w 4682585"/>
              <a:gd name="connsiteY1366" fmla="*/ 154686 h 2174272"/>
              <a:gd name="connsiteX1367" fmla="*/ 993172 w 4682585"/>
              <a:gd name="connsiteY1367" fmla="*/ 154686 h 2174272"/>
              <a:gd name="connsiteX1368" fmla="*/ 993172 w 4682585"/>
              <a:gd name="connsiteY1368" fmla="*/ 0 h 2174272"/>
              <a:gd name="connsiteX1369" fmla="*/ 1002697 w 4682585"/>
              <a:gd name="connsiteY1369" fmla="*/ 0 h 2174272"/>
              <a:gd name="connsiteX1370" fmla="*/ 1002697 w 4682585"/>
              <a:gd name="connsiteY1370" fmla="*/ 154686 h 2174272"/>
              <a:gd name="connsiteX1371" fmla="*/ 1160431 w 4682585"/>
              <a:gd name="connsiteY1371" fmla="*/ 154686 h 2174272"/>
              <a:gd name="connsiteX1372" fmla="*/ 1160431 w 4682585"/>
              <a:gd name="connsiteY1372" fmla="*/ 0 h 2174272"/>
              <a:gd name="connsiteX1373" fmla="*/ 1169956 w 4682585"/>
              <a:gd name="connsiteY1373" fmla="*/ 0 h 2174272"/>
              <a:gd name="connsiteX1374" fmla="*/ 1169956 w 4682585"/>
              <a:gd name="connsiteY1374" fmla="*/ 154686 h 2174272"/>
              <a:gd name="connsiteX1375" fmla="*/ 1327690 w 4682585"/>
              <a:gd name="connsiteY1375" fmla="*/ 154686 h 2174272"/>
              <a:gd name="connsiteX1376" fmla="*/ 1327690 w 4682585"/>
              <a:gd name="connsiteY1376" fmla="*/ 0 h 2174272"/>
              <a:gd name="connsiteX1377" fmla="*/ 1337215 w 4682585"/>
              <a:gd name="connsiteY1377" fmla="*/ 0 h 2174272"/>
              <a:gd name="connsiteX1378" fmla="*/ 1337215 w 4682585"/>
              <a:gd name="connsiteY1378" fmla="*/ 154686 h 2174272"/>
              <a:gd name="connsiteX1379" fmla="*/ 1494949 w 4682585"/>
              <a:gd name="connsiteY1379" fmla="*/ 154686 h 2174272"/>
              <a:gd name="connsiteX1380" fmla="*/ 1494949 w 4682585"/>
              <a:gd name="connsiteY1380" fmla="*/ 0 h 2174272"/>
              <a:gd name="connsiteX1381" fmla="*/ 1504474 w 4682585"/>
              <a:gd name="connsiteY1381" fmla="*/ 0 h 2174272"/>
              <a:gd name="connsiteX1382" fmla="*/ 1504474 w 4682585"/>
              <a:gd name="connsiteY1382" fmla="*/ 154686 h 2174272"/>
              <a:gd name="connsiteX1383" fmla="*/ 1662208 w 4682585"/>
              <a:gd name="connsiteY1383" fmla="*/ 154686 h 2174272"/>
              <a:gd name="connsiteX1384" fmla="*/ 1662208 w 4682585"/>
              <a:gd name="connsiteY1384" fmla="*/ 0 h 2174272"/>
              <a:gd name="connsiteX1385" fmla="*/ 1671733 w 4682585"/>
              <a:gd name="connsiteY1385" fmla="*/ 0 h 2174272"/>
              <a:gd name="connsiteX1386" fmla="*/ 1671733 w 4682585"/>
              <a:gd name="connsiteY1386" fmla="*/ 154686 h 2174272"/>
              <a:gd name="connsiteX1387" fmla="*/ 1829467 w 4682585"/>
              <a:gd name="connsiteY1387" fmla="*/ 154686 h 2174272"/>
              <a:gd name="connsiteX1388" fmla="*/ 1829467 w 4682585"/>
              <a:gd name="connsiteY1388" fmla="*/ 0 h 2174272"/>
              <a:gd name="connsiteX1389" fmla="*/ 1838992 w 4682585"/>
              <a:gd name="connsiteY1389" fmla="*/ 0 h 2174272"/>
              <a:gd name="connsiteX1390" fmla="*/ 1838992 w 4682585"/>
              <a:gd name="connsiteY1390" fmla="*/ 154686 h 2174272"/>
              <a:gd name="connsiteX1391" fmla="*/ 1996726 w 4682585"/>
              <a:gd name="connsiteY1391" fmla="*/ 154686 h 2174272"/>
              <a:gd name="connsiteX1392" fmla="*/ 1996726 w 4682585"/>
              <a:gd name="connsiteY1392" fmla="*/ 0 h 2174272"/>
              <a:gd name="connsiteX1393" fmla="*/ 2006251 w 4682585"/>
              <a:gd name="connsiteY1393" fmla="*/ 0 h 2174272"/>
              <a:gd name="connsiteX1394" fmla="*/ 2006251 w 4682585"/>
              <a:gd name="connsiteY1394" fmla="*/ 154686 h 2174272"/>
              <a:gd name="connsiteX1395" fmla="*/ 2163985 w 4682585"/>
              <a:gd name="connsiteY1395" fmla="*/ 154686 h 2174272"/>
              <a:gd name="connsiteX1396" fmla="*/ 2163985 w 4682585"/>
              <a:gd name="connsiteY1396" fmla="*/ 0 h 2174272"/>
              <a:gd name="connsiteX1397" fmla="*/ 2173510 w 4682585"/>
              <a:gd name="connsiteY1397" fmla="*/ 0 h 2174272"/>
              <a:gd name="connsiteX1398" fmla="*/ 2173510 w 4682585"/>
              <a:gd name="connsiteY1398" fmla="*/ 154686 h 2174272"/>
              <a:gd name="connsiteX1399" fmla="*/ 2331339 w 4682585"/>
              <a:gd name="connsiteY1399" fmla="*/ 154686 h 2174272"/>
              <a:gd name="connsiteX1400" fmla="*/ 2331339 w 4682585"/>
              <a:gd name="connsiteY1400" fmla="*/ 0 h 2174272"/>
              <a:gd name="connsiteX1401" fmla="*/ 2340864 w 4682585"/>
              <a:gd name="connsiteY1401" fmla="*/ 0 h 2174272"/>
              <a:gd name="connsiteX1402" fmla="*/ 2340864 w 4682585"/>
              <a:gd name="connsiteY1402" fmla="*/ 154686 h 2174272"/>
              <a:gd name="connsiteX1403" fmla="*/ 2498598 w 4682585"/>
              <a:gd name="connsiteY1403" fmla="*/ 154686 h 2174272"/>
              <a:gd name="connsiteX1404" fmla="*/ 2498598 w 4682585"/>
              <a:gd name="connsiteY1404" fmla="*/ 0 h 2174272"/>
              <a:gd name="connsiteX1405" fmla="*/ 2508123 w 4682585"/>
              <a:gd name="connsiteY1405" fmla="*/ 0 h 2174272"/>
              <a:gd name="connsiteX1406" fmla="*/ 2508123 w 4682585"/>
              <a:gd name="connsiteY1406" fmla="*/ 154686 h 2174272"/>
              <a:gd name="connsiteX1407" fmla="*/ 2665857 w 4682585"/>
              <a:gd name="connsiteY1407" fmla="*/ 154686 h 2174272"/>
              <a:gd name="connsiteX1408" fmla="*/ 2665857 w 4682585"/>
              <a:gd name="connsiteY1408" fmla="*/ 0 h 2174272"/>
              <a:gd name="connsiteX1409" fmla="*/ 2675382 w 4682585"/>
              <a:gd name="connsiteY1409" fmla="*/ 0 h 2174272"/>
              <a:gd name="connsiteX1410" fmla="*/ 2675382 w 4682585"/>
              <a:gd name="connsiteY1410" fmla="*/ 154686 h 2174272"/>
              <a:gd name="connsiteX1411" fmla="*/ 2833116 w 4682585"/>
              <a:gd name="connsiteY1411" fmla="*/ 154686 h 2174272"/>
              <a:gd name="connsiteX1412" fmla="*/ 2833116 w 4682585"/>
              <a:gd name="connsiteY1412" fmla="*/ 0 h 2174272"/>
              <a:gd name="connsiteX1413" fmla="*/ 2842641 w 4682585"/>
              <a:gd name="connsiteY1413" fmla="*/ 0 h 2174272"/>
              <a:gd name="connsiteX1414" fmla="*/ 2842641 w 4682585"/>
              <a:gd name="connsiteY1414" fmla="*/ 154686 h 2174272"/>
              <a:gd name="connsiteX1415" fmla="*/ 3000375 w 4682585"/>
              <a:gd name="connsiteY1415" fmla="*/ 154686 h 2174272"/>
              <a:gd name="connsiteX1416" fmla="*/ 3000375 w 4682585"/>
              <a:gd name="connsiteY1416" fmla="*/ 0 h 2174272"/>
              <a:gd name="connsiteX1417" fmla="*/ 3009900 w 4682585"/>
              <a:gd name="connsiteY1417" fmla="*/ 0 h 2174272"/>
              <a:gd name="connsiteX1418" fmla="*/ 3009900 w 4682585"/>
              <a:gd name="connsiteY1418" fmla="*/ 154686 h 2174272"/>
              <a:gd name="connsiteX1419" fmla="*/ 3167634 w 4682585"/>
              <a:gd name="connsiteY1419" fmla="*/ 154686 h 2174272"/>
              <a:gd name="connsiteX1420" fmla="*/ 3167634 w 4682585"/>
              <a:gd name="connsiteY1420" fmla="*/ 0 h 2174272"/>
              <a:gd name="connsiteX1421" fmla="*/ 3177159 w 4682585"/>
              <a:gd name="connsiteY1421" fmla="*/ 0 h 2174272"/>
              <a:gd name="connsiteX1422" fmla="*/ 3177159 w 4682585"/>
              <a:gd name="connsiteY1422" fmla="*/ 154686 h 2174272"/>
              <a:gd name="connsiteX1423" fmla="*/ 3334893 w 4682585"/>
              <a:gd name="connsiteY1423" fmla="*/ 154686 h 2174272"/>
              <a:gd name="connsiteX1424" fmla="*/ 3334893 w 4682585"/>
              <a:gd name="connsiteY1424" fmla="*/ 0 h 2174272"/>
              <a:gd name="connsiteX1425" fmla="*/ 3344418 w 4682585"/>
              <a:gd name="connsiteY1425" fmla="*/ 0 h 2174272"/>
              <a:gd name="connsiteX1426" fmla="*/ 3344418 w 4682585"/>
              <a:gd name="connsiteY1426" fmla="*/ 154686 h 2174272"/>
              <a:gd name="connsiteX1427" fmla="*/ 3502152 w 4682585"/>
              <a:gd name="connsiteY1427" fmla="*/ 154686 h 2174272"/>
              <a:gd name="connsiteX1428" fmla="*/ 3502152 w 4682585"/>
              <a:gd name="connsiteY1428" fmla="*/ 0 h 2174272"/>
              <a:gd name="connsiteX1429" fmla="*/ 3511677 w 4682585"/>
              <a:gd name="connsiteY1429" fmla="*/ 0 h 2174272"/>
              <a:gd name="connsiteX1430" fmla="*/ 3511677 w 4682585"/>
              <a:gd name="connsiteY1430" fmla="*/ 154686 h 2174272"/>
              <a:gd name="connsiteX1431" fmla="*/ 3669411 w 4682585"/>
              <a:gd name="connsiteY1431" fmla="*/ 154686 h 2174272"/>
              <a:gd name="connsiteX1432" fmla="*/ 3669411 w 4682585"/>
              <a:gd name="connsiteY1432" fmla="*/ 0 h 2174272"/>
              <a:gd name="connsiteX1433" fmla="*/ 3678936 w 4682585"/>
              <a:gd name="connsiteY1433" fmla="*/ 0 h 2174272"/>
              <a:gd name="connsiteX1434" fmla="*/ 3678936 w 4682585"/>
              <a:gd name="connsiteY1434" fmla="*/ 154686 h 2174272"/>
              <a:gd name="connsiteX1435" fmla="*/ 3836766 w 4682585"/>
              <a:gd name="connsiteY1435" fmla="*/ 154686 h 2174272"/>
              <a:gd name="connsiteX1436" fmla="*/ 3836766 w 4682585"/>
              <a:gd name="connsiteY1436" fmla="*/ 0 h 2174272"/>
              <a:gd name="connsiteX1437" fmla="*/ 3846291 w 4682585"/>
              <a:gd name="connsiteY1437" fmla="*/ 0 h 2174272"/>
              <a:gd name="connsiteX1438" fmla="*/ 3846291 w 4682585"/>
              <a:gd name="connsiteY1438" fmla="*/ 154686 h 2174272"/>
              <a:gd name="connsiteX1439" fmla="*/ 4004025 w 4682585"/>
              <a:gd name="connsiteY1439" fmla="*/ 154686 h 2174272"/>
              <a:gd name="connsiteX1440" fmla="*/ 4004025 w 4682585"/>
              <a:gd name="connsiteY1440" fmla="*/ 0 h 2174272"/>
              <a:gd name="connsiteX1441" fmla="*/ 4013550 w 4682585"/>
              <a:gd name="connsiteY1441" fmla="*/ 0 h 2174272"/>
              <a:gd name="connsiteX1442" fmla="*/ 4013550 w 4682585"/>
              <a:gd name="connsiteY1442" fmla="*/ 154686 h 2174272"/>
              <a:gd name="connsiteX1443" fmla="*/ 4171284 w 4682585"/>
              <a:gd name="connsiteY1443" fmla="*/ 154686 h 2174272"/>
              <a:gd name="connsiteX1444" fmla="*/ 4171284 w 4682585"/>
              <a:gd name="connsiteY1444" fmla="*/ 0 h 2174272"/>
              <a:gd name="connsiteX1445" fmla="*/ 4180809 w 4682585"/>
              <a:gd name="connsiteY1445" fmla="*/ 0 h 2174272"/>
              <a:gd name="connsiteX1446" fmla="*/ 4180809 w 4682585"/>
              <a:gd name="connsiteY1446" fmla="*/ 154686 h 2174272"/>
              <a:gd name="connsiteX1447" fmla="*/ 4338543 w 4682585"/>
              <a:gd name="connsiteY1447" fmla="*/ 154686 h 2174272"/>
              <a:gd name="connsiteX1448" fmla="*/ 4338543 w 4682585"/>
              <a:gd name="connsiteY1448" fmla="*/ 0 h 2174272"/>
              <a:gd name="connsiteX1449" fmla="*/ 4348068 w 4682585"/>
              <a:gd name="connsiteY1449" fmla="*/ 0 h 2174272"/>
              <a:gd name="connsiteX1450" fmla="*/ 4348068 w 4682585"/>
              <a:gd name="connsiteY1450" fmla="*/ 154686 h 2174272"/>
              <a:gd name="connsiteX1451" fmla="*/ 4505801 w 4682585"/>
              <a:gd name="connsiteY1451" fmla="*/ 154686 h 2174272"/>
              <a:gd name="connsiteX1452" fmla="*/ 4505801 w 4682585"/>
              <a:gd name="connsiteY1452" fmla="*/ 0 h 2174272"/>
              <a:gd name="connsiteX1453" fmla="*/ 4515326 w 4682585"/>
              <a:gd name="connsiteY1453" fmla="*/ 0 h 2174272"/>
              <a:gd name="connsiteX1454" fmla="*/ 4515326 w 4682585"/>
              <a:gd name="connsiteY1454" fmla="*/ 154686 h 2174272"/>
              <a:gd name="connsiteX1455" fmla="*/ 4673060 w 4682585"/>
              <a:gd name="connsiteY1455" fmla="*/ 154686 h 2174272"/>
              <a:gd name="connsiteX1456" fmla="*/ 4673060 w 4682585"/>
              <a:gd name="connsiteY1456" fmla="*/ 0 h 2174272"/>
              <a:gd name="connsiteX1457" fmla="*/ 4682585 w 4682585"/>
              <a:gd name="connsiteY1457" fmla="*/ 0 h 2174272"/>
              <a:gd name="connsiteX1458" fmla="*/ 4682585 w 4682585"/>
              <a:gd name="connsiteY1458" fmla="*/ 2174272 h 2174272"/>
              <a:gd name="connsiteX1459" fmla="*/ 4673060 w 4682585"/>
              <a:gd name="connsiteY1459" fmla="*/ 2174272 h 2174272"/>
              <a:gd name="connsiteX1460" fmla="*/ 4673060 w 4682585"/>
              <a:gd name="connsiteY1460" fmla="*/ 2037588 h 2174272"/>
              <a:gd name="connsiteX1461" fmla="*/ 4515326 w 4682585"/>
              <a:gd name="connsiteY1461" fmla="*/ 2037588 h 2174272"/>
              <a:gd name="connsiteX1462" fmla="*/ 4515326 w 4682585"/>
              <a:gd name="connsiteY1462" fmla="*/ 2174272 h 2174272"/>
              <a:gd name="connsiteX1463" fmla="*/ 4505801 w 4682585"/>
              <a:gd name="connsiteY1463" fmla="*/ 2174272 h 2174272"/>
              <a:gd name="connsiteX1464" fmla="*/ 4505801 w 4682585"/>
              <a:gd name="connsiteY1464" fmla="*/ 2037588 h 2174272"/>
              <a:gd name="connsiteX1465" fmla="*/ 4348068 w 4682585"/>
              <a:gd name="connsiteY1465" fmla="*/ 2037588 h 2174272"/>
              <a:gd name="connsiteX1466" fmla="*/ 4348068 w 4682585"/>
              <a:gd name="connsiteY1466" fmla="*/ 2174272 h 2174272"/>
              <a:gd name="connsiteX1467" fmla="*/ 4338543 w 4682585"/>
              <a:gd name="connsiteY1467" fmla="*/ 2174272 h 2174272"/>
              <a:gd name="connsiteX1468" fmla="*/ 4338543 w 4682585"/>
              <a:gd name="connsiteY1468" fmla="*/ 2037588 h 2174272"/>
              <a:gd name="connsiteX1469" fmla="*/ 4180809 w 4682585"/>
              <a:gd name="connsiteY1469" fmla="*/ 2037588 h 2174272"/>
              <a:gd name="connsiteX1470" fmla="*/ 4180809 w 4682585"/>
              <a:gd name="connsiteY1470" fmla="*/ 2174272 h 2174272"/>
              <a:gd name="connsiteX1471" fmla="*/ 4171284 w 4682585"/>
              <a:gd name="connsiteY1471" fmla="*/ 2174272 h 2174272"/>
              <a:gd name="connsiteX1472" fmla="*/ 4171284 w 4682585"/>
              <a:gd name="connsiteY1472" fmla="*/ 2037588 h 2174272"/>
              <a:gd name="connsiteX1473" fmla="*/ 4013550 w 4682585"/>
              <a:gd name="connsiteY1473" fmla="*/ 2037588 h 2174272"/>
              <a:gd name="connsiteX1474" fmla="*/ 4013550 w 4682585"/>
              <a:gd name="connsiteY1474" fmla="*/ 2174272 h 2174272"/>
              <a:gd name="connsiteX1475" fmla="*/ 4004025 w 4682585"/>
              <a:gd name="connsiteY1475" fmla="*/ 2174272 h 2174272"/>
              <a:gd name="connsiteX1476" fmla="*/ 4004025 w 4682585"/>
              <a:gd name="connsiteY1476" fmla="*/ 2037588 h 2174272"/>
              <a:gd name="connsiteX1477" fmla="*/ 3846291 w 4682585"/>
              <a:gd name="connsiteY1477" fmla="*/ 2037588 h 2174272"/>
              <a:gd name="connsiteX1478" fmla="*/ 3846291 w 4682585"/>
              <a:gd name="connsiteY1478" fmla="*/ 2174272 h 2174272"/>
              <a:gd name="connsiteX1479" fmla="*/ 3836766 w 4682585"/>
              <a:gd name="connsiteY1479" fmla="*/ 2174272 h 2174272"/>
              <a:gd name="connsiteX1480" fmla="*/ 3836766 w 4682585"/>
              <a:gd name="connsiteY1480" fmla="*/ 2037588 h 2174272"/>
              <a:gd name="connsiteX1481" fmla="*/ 3678936 w 4682585"/>
              <a:gd name="connsiteY1481" fmla="*/ 2037588 h 2174272"/>
              <a:gd name="connsiteX1482" fmla="*/ 3678936 w 4682585"/>
              <a:gd name="connsiteY1482" fmla="*/ 2174272 h 2174272"/>
              <a:gd name="connsiteX1483" fmla="*/ 3669411 w 4682585"/>
              <a:gd name="connsiteY1483" fmla="*/ 2174272 h 2174272"/>
              <a:gd name="connsiteX1484" fmla="*/ 3669411 w 4682585"/>
              <a:gd name="connsiteY1484" fmla="*/ 2037588 h 2174272"/>
              <a:gd name="connsiteX1485" fmla="*/ 3511677 w 4682585"/>
              <a:gd name="connsiteY1485" fmla="*/ 2037588 h 2174272"/>
              <a:gd name="connsiteX1486" fmla="*/ 3511677 w 4682585"/>
              <a:gd name="connsiteY1486" fmla="*/ 2174272 h 2174272"/>
              <a:gd name="connsiteX1487" fmla="*/ 3502152 w 4682585"/>
              <a:gd name="connsiteY1487" fmla="*/ 2174272 h 2174272"/>
              <a:gd name="connsiteX1488" fmla="*/ 3502152 w 4682585"/>
              <a:gd name="connsiteY1488" fmla="*/ 2037588 h 2174272"/>
              <a:gd name="connsiteX1489" fmla="*/ 3344418 w 4682585"/>
              <a:gd name="connsiteY1489" fmla="*/ 2037588 h 2174272"/>
              <a:gd name="connsiteX1490" fmla="*/ 3344418 w 4682585"/>
              <a:gd name="connsiteY1490" fmla="*/ 2174272 h 2174272"/>
              <a:gd name="connsiteX1491" fmla="*/ 3334893 w 4682585"/>
              <a:gd name="connsiteY1491" fmla="*/ 2174272 h 2174272"/>
              <a:gd name="connsiteX1492" fmla="*/ 3334893 w 4682585"/>
              <a:gd name="connsiteY1492" fmla="*/ 2037588 h 2174272"/>
              <a:gd name="connsiteX1493" fmla="*/ 3177159 w 4682585"/>
              <a:gd name="connsiteY1493" fmla="*/ 2037588 h 2174272"/>
              <a:gd name="connsiteX1494" fmla="*/ 3177159 w 4682585"/>
              <a:gd name="connsiteY1494" fmla="*/ 2174272 h 2174272"/>
              <a:gd name="connsiteX1495" fmla="*/ 3167634 w 4682585"/>
              <a:gd name="connsiteY1495" fmla="*/ 2174272 h 2174272"/>
              <a:gd name="connsiteX1496" fmla="*/ 3167634 w 4682585"/>
              <a:gd name="connsiteY1496" fmla="*/ 2037588 h 2174272"/>
              <a:gd name="connsiteX1497" fmla="*/ 3009900 w 4682585"/>
              <a:gd name="connsiteY1497" fmla="*/ 2037588 h 2174272"/>
              <a:gd name="connsiteX1498" fmla="*/ 3009900 w 4682585"/>
              <a:gd name="connsiteY1498" fmla="*/ 2174272 h 2174272"/>
              <a:gd name="connsiteX1499" fmla="*/ 3000375 w 4682585"/>
              <a:gd name="connsiteY1499" fmla="*/ 2174272 h 2174272"/>
              <a:gd name="connsiteX1500" fmla="*/ 3000375 w 4682585"/>
              <a:gd name="connsiteY1500" fmla="*/ 2037588 h 2174272"/>
              <a:gd name="connsiteX1501" fmla="*/ 2842641 w 4682585"/>
              <a:gd name="connsiteY1501" fmla="*/ 2037588 h 2174272"/>
              <a:gd name="connsiteX1502" fmla="*/ 2842641 w 4682585"/>
              <a:gd name="connsiteY1502" fmla="*/ 2174272 h 2174272"/>
              <a:gd name="connsiteX1503" fmla="*/ 2833116 w 4682585"/>
              <a:gd name="connsiteY1503" fmla="*/ 2174272 h 2174272"/>
              <a:gd name="connsiteX1504" fmla="*/ 2833116 w 4682585"/>
              <a:gd name="connsiteY1504" fmla="*/ 2037588 h 2174272"/>
              <a:gd name="connsiteX1505" fmla="*/ 2675382 w 4682585"/>
              <a:gd name="connsiteY1505" fmla="*/ 2037588 h 2174272"/>
              <a:gd name="connsiteX1506" fmla="*/ 2675382 w 4682585"/>
              <a:gd name="connsiteY1506" fmla="*/ 2174272 h 2174272"/>
              <a:gd name="connsiteX1507" fmla="*/ 2665857 w 4682585"/>
              <a:gd name="connsiteY1507" fmla="*/ 2174272 h 2174272"/>
              <a:gd name="connsiteX1508" fmla="*/ 2665857 w 4682585"/>
              <a:gd name="connsiteY1508" fmla="*/ 2037588 h 2174272"/>
              <a:gd name="connsiteX1509" fmla="*/ 2508123 w 4682585"/>
              <a:gd name="connsiteY1509" fmla="*/ 2037588 h 2174272"/>
              <a:gd name="connsiteX1510" fmla="*/ 2508123 w 4682585"/>
              <a:gd name="connsiteY1510" fmla="*/ 2174272 h 2174272"/>
              <a:gd name="connsiteX1511" fmla="*/ 2498598 w 4682585"/>
              <a:gd name="connsiteY1511" fmla="*/ 2174272 h 2174272"/>
              <a:gd name="connsiteX1512" fmla="*/ 2498598 w 4682585"/>
              <a:gd name="connsiteY1512" fmla="*/ 2037588 h 2174272"/>
              <a:gd name="connsiteX1513" fmla="*/ 2340864 w 4682585"/>
              <a:gd name="connsiteY1513" fmla="*/ 2037588 h 2174272"/>
              <a:gd name="connsiteX1514" fmla="*/ 2340864 w 4682585"/>
              <a:gd name="connsiteY1514" fmla="*/ 2174272 h 2174272"/>
              <a:gd name="connsiteX1515" fmla="*/ 2331339 w 4682585"/>
              <a:gd name="connsiteY1515" fmla="*/ 2174272 h 2174272"/>
              <a:gd name="connsiteX1516" fmla="*/ 2331339 w 4682585"/>
              <a:gd name="connsiteY1516" fmla="*/ 2037588 h 2174272"/>
              <a:gd name="connsiteX1517" fmla="*/ 2173510 w 4682585"/>
              <a:gd name="connsiteY1517" fmla="*/ 2037588 h 2174272"/>
              <a:gd name="connsiteX1518" fmla="*/ 2173510 w 4682585"/>
              <a:gd name="connsiteY1518" fmla="*/ 2174272 h 2174272"/>
              <a:gd name="connsiteX1519" fmla="*/ 2163985 w 4682585"/>
              <a:gd name="connsiteY1519" fmla="*/ 2174272 h 2174272"/>
              <a:gd name="connsiteX1520" fmla="*/ 2163985 w 4682585"/>
              <a:gd name="connsiteY1520" fmla="*/ 2037588 h 2174272"/>
              <a:gd name="connsiteX1521" fmla="*/ 2006251 w 4682585"/>
              <a:gd name="connsiteY1521" fmla="*/ 2037588 h 2174272"/>
              <a:gd name="connsiteX1522" fmla="*/ 2006251 w 4682585"/>
              <a:gd name="connsiteY1522" fmla="*/ 2174272 h 2174272"/>
              <a:gd name="connsiteX1523" fmla="*/ 1996726 w 4682585"/>
              <a:gd name="connsiteY1523" fmla="*/ 2174272 h 2174272"/>
              <a:gd name="connsiteX1524" fmla="*/ 1996726 w 4682585"/>
              <a:gd name="connsiteY1524" fmla="*/ 2037588 h 2174272"/>
              <a:gd name="connsiteX1525" fmla="*/ 1838992 w 4682585"/>
              <a:gd name="connsiteY1525" fmla="*/ 2037588 h 2174272"/>
              <a:gd name="connsiteX1526" fmla="*/ 1838992 w 4682585"/>
              <a:gd name="connsiteY1526" fmla="*/ 2174272 h 2174272"/>
              <a:gd name="connsiteX1527" fmla="*/ 1829467 w 4682585"/>
              <a:gd name="connsiteY1527" fmla="*/ 2174272 h 2174272"/>
              <a:gd name="connsiteX1528" fmla="*/ 1829467 w 4682585"/>
              <a:gd name="connsiteY1528" fmla="*/ 2037588 h 2174272"/>
              <a:gd name="connsiteX1529" fmla="*/ 1671733 w 4682585"/>
              <a:gd name="connsiteY1529" fmla="*/ 2037588 h 2174272"/>
              <a:gd name="connsiteX1530" fmla="*/ 1671733 w 4682585"/>
              <a:gd name="connsiteY1530" fmla="*/ 2174272 h 2174272"/>
              <a:gd name="connsiteX1531" fmla="*/ 1662208 w 4682585"/>
              <a:gd name="connsiteY1531" fmla="*/ 2174272 h 2174272"/>
              <a:gd name="connsiteX1532" fmla="*/ 1662208 w 4682585"/>
              <a:gd name="connsiteY1532" fmla="*/ 2037588 h 2174272"/>
              <a:gd name="connsiteX1533" fmla="*/ 1504474 w 4682585"/>
              <a:gd name="connsiteY1533" fmla="*/ 2037588 h 2174272"/>
              <a:gd name="connsiteX1534" fmla="*/ 1504474 w 4682585"/>
              <a:gd name="connsiteY1534" fmla="*/ 2174272 h 2174272"/>
              <a:gd name="connsiteX1535" fmla="*/ 1494949 w 4682585"/>
              <a:gd name="connsiteY1535" fmla="*/ 2174272 h 2174272"/>
              <a:gd name="connsiteX1536" fmla="*/ 1494949 w 4682585"/>
              <a:gd name="connsiteY1536" fmla="*/ 2037588 h 2174272"/>
              <a:gd name="connsiteX1537" fmla="*/ 1337215 w 4682585"/>
              <a:gd name="connsiteY1537" fmla="*/ 2037588 h 2174272"/>
              <a:gd name="connsiteX1538" fmla="*/ 1337215 w 4682585"/>
              <a:gd name="connsiteY1538" fmla="*/ 2174272 h 2174272"/>
              <a:gd name="connsiteX1539" fmla="*/ 1327690 w 4682585"/>
              <a:gd name="connsiteY1539" fmla="*/ 2174272 h 2174272"/>
              <a:gd name="connsiteX1540" fmla="*/ 1327690 w 4682585"/>
              <a:gd name="connsiteY1540" fmla="*/ 2037588 h 2174272"/>
              <a:gd name="connsiteX1541" fmla="*/ 1169956 w 4682585"/>
              <a:gd name="connsiteY1541" fmla="*/ 2037588 h 2174272"/>
              <a:gd name="connsiteX1542" fmla="*/ 1169956 w 4682585"/>
              <a:gd name="connsiteY1542" fmla="*/ 2174272 h 2174272"/>
              <a:gd name="connsiteX1543" fmla="*/ 1160431 w 4682585"/>
              <a:gd name="connsiteY1543" fmla="*/ 2174272 h 2174272"/>
              <a:gd name="connsiteX1544" fmla="*/ 1160431 w 4682585"/>
              <a:gd name="connsiteY1544" fmla="*/ 2037588 h 2174272"/>
              <a:gd name="connsiteX1545" fmla="*/ 1002697 w 4682585"/>
              <a:gd name="connsiteY1545" fmla="*/ 2037588 h 2174272"/>
              <a:gd name="connsiteX1546" fmla="*/ 1002697 w 4682585"/>
              <a:gd name="connsiteY1546" fmla="*/ 2174272 h 2174272"/>
              <a:gd name="connsiteX1547" fmla="*/ 993172 w 4682585"/>
              <a:gd name="connsiteY1547" fmla="*/ 2174272 h 2174272"/>
              <a:gd name="connsiteX1548" fmla="*/ 993172 w 4682585"/>
              <a:gd name="connsiteY1548" fmla="*/ 2037588 h 2174272"/>
              <a:gd name="connsiteX1549" fmla="*/ 835438 w 4682585"/>
              <a:gd name="connsiteY1549" fmla="*/ 2037588 h 2174272"/>
              <a:gd name="connsiteX1550" fmla="*/ 835438 w 4682585"/>
              <a:gd name="connsiteY1550" fmla="*/ 2174272 h 2174272"/>
              <a:gd name="connsiteX1551" fmla="*/ 825913 w 4682585"/>
              <a:gd name="connsiteY1551" fmla="*/ 2174272 h 2174272"/>
              <a:gd name="connsiteX1552" fmla="*/ 825913 w 4682585"/>
              <a:gd name="connsiteY1552" fmla="*/ 2037588 h 2174272"/>
              <a:gd name="connsiteX1553" fmla="*/ 668179 w 4682585"/>
              <a:gd name="connsiteY1553" fmla="*/ 2037588 h 2174272"/>
              <a:gd name="connsiteX1554" fmla="*/ 668179 w 4682585"/>
              <a:gd name="connsiteY1554" fmla="*/ 2174272 h 2174272"/>
              <a:gd name="connsiteX1555" fmla="*/ 658654 w 4682585"/>
              <a:gd name="connsiteY1555" fmla="*/ 2174272 h 2174272"/>
              <a:gd name="connsiteX1556" fmla="*/ 658654 w 4682585"/>
              <a:gd name="connsiteY1556" fmla="*/ 2037588 h 2174272"/>
              <a:gd name="connsiteX1557" fmla="*/ 500920 w 4682585"/>
              <a:gd name="connsiteY1557" fmla="*/ 2037588 h 2174272"/>
              <a:gd name="connsiteX1558" fmla="*/ 500920 w 4682585"/>
              <a:gd name="connsiteY1558" fmla="*/ 2174272 h 2174272"/>
              <a:gd name="connsiteX1559" fmla="*/ 491395 w 4682585"/>
              <a:gd name="connsiteY1559" fmla="*/ 2174272 h 2174272"/>
              <a:gd name="connsiteX1560" fmla="*/ 491395 w 4682585"/>
              <a:gd name="connsiteY1560" fmla="*/ 2037588 h 2174272"/>
              <a:gd name="connsiteX1561" fmla="*/ 333566 w 4682585"/>
              <a:gd name="connsiteY1561" fmla="*/ 2037588 h 2174272"/>
              <a:gd name="connsiteX1562" fmla="*/ 333566 w 4682585"/>
              <a:gd name="connsiteY1562" fmla="*/ 2174272 h 2174272"/>
              <a:gd name="connsiteX1563" fmla="*/ 324041 w 4682585"/>
              <a:gd name="connsiteY1563" fmla="*/ 2174272 h 2174272"/>
              <a:gd name="connsiteX1564" fmla="*/ 324041 w 4682585"/>
              <a:gd name="connsiteY1564" fmla="*/ 2037588 h 2174272"/>
              <a:gd name="connsiteX1565" fmla="*/ 166307 w 4682585"/>
              <a:gd name="connsiteY1565" fmla="*/ 2037588 h 2174272"/>
              <a:gd name="connsiteX1566" fmla="*/ 166307 w 4682585"/>
              <a:gd name="connsiteY1566" fmla="*/ 2174272 h 2174272"/>
              <a:gd name="connsiteX1567" fmla="*/ 156782 w 4682585"/>
              <a:gd name="connsiteY1567" fmla="*/ 2174272 h 2174272"/>
              <a:gd name="connsiteX1568" fmla="*/ 156782 w 4682585"/>
              <a:gd name="connsiteY1568" fmla="*/ 2037588 h 2174272"/>
              <a:gd name="connsiteX1569" fmla="*/ 9525 w 4682585"/>
              <a:gd name="connsiteY1569" fmla="*/ 2037588 h 2174272"/>
              <a:gd name="connsiteX1570" fmla="*/ 9525 w 4682585"/>
              <a:gd name="connsiteY1570" fmla="*/ 2174272 h 2174272"/>
              <a:gd name="connsiteX1571" fmla="*/ 0 w 4682585"/>
              <a:gd name="connsiteY1571" fmla="*/ 2174272 h 217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</a:cxnLst>
            <a:rect l="l" t="t" r="r" b="b"/>
            <a:pathLst>
              <a:path w="15164" h="6460">
                <a:moveTo>
                  <a:pt x="15133" y="6460"/>
                </a:moveTo>
                <a:lnTo>
                  <a:pt x="15164" y="6460"/>
                </a:lnTo>
                <a:lnTo>
                  <a:pt x="15164" y="6460"/>
                </a:lnTo>
                <a:lnTo>
                  <a:pt x="15133" y="6460"/>
                </a:lnTo>
                <a:lnTo>
                  <a:pt x="15133" y="6460"/>
                </a:lnTo>
                <a:close/>
                <a:moveTo>
                  <a:pt x="14592" y="6460"/>
                </a:moveTo>
                <a:lnTo>
                  <a:pt x="14622" y="6460"/>
                </a:lnTo>
                <a:lnTo>
                  <a:pt x="14622" y="6460"/>
                </a:lnTo>
                <a:lnTo>
                  <a:pt x="14592" y="6460"/>
                </a:lnTo>
                <a:lnTo>
                  <a:pt x="14592" y="6460"/>
                </a:lnTo>
                <a:close/>
                <a:moveTo>
                  <a:pt x="14050" y="6460"/>
                </a:moveTo>
                <a:lnTo>
                  <a:pt x="14081" y="6460"/>
                </a:lnTo>
                <a:lnTo>
                  <a:pt x="14081" y="6460"/>
                </a:lnTo>
                <a:lnTo>
                  <a:pt x="14050" y="6460"/>
                </a:lnTo>
                <a:lnTo>
                  <a:pt x="14050" y="6460"/>
                </a:lnTo>
                <a:close/>
                <a:moveTo>
                  <a:pt x="13539" y="5590"/>
                </a:moveTo>
                <a:lnTo>
                  <a:pt x="13539" y="6026"/>
                </a:lnTo>
                <a:lnTo>
                  <a:pt x="14050" y="6026"/>
                </a:lnTo>
                <a:lnTo>
                  <a:pt x="14050" y="5590"/>
                </a:lnTo>
                <a:lnTo>
                  <a:pt x="13539" y="5590"/>
                </a:lnTo>
                <a:close/>
                <a:moveTo>
                  <a:pt x="12997" y="5590"/>
                </a:moveTo>
                <a:lnTo>
                  <a:pt x="12997" y="6026"/>
                </a:lnTo>
                <a:lnTo>
                  <a:pt x="13508" y="6026"/>
                </a:lnTo>
                <a:lnTo>
                  <a:pt x="13508" y="5590"/>
                </a:lnTo>
                <a:lnTo>
                  <a:pt x="12997" y="5590"/>
                </a:lnTo>
                <a:close/>
                <a:moveTo>
                  <a:pt x="12456" y="5590"/>
                </a:moveTo>
                <a:lnTo>
                  <a:pt x="12456" y="6026"/>
                </a:lnTo>
                <a:lnTo>
                  <a:pt x="12967" y="6026"/>
                </a:lnTo>
                <a:lnTo>
                  <a:pt x="12967" y="5590"/>
                </a:lnTo>
                <a:lnTo>
                  <a:pt x="12456" y="5590"/>
                </a:lnTo>
                <a:close/>
                <a:moveTo>
                  <a:pt x="11914" y="5590"/>
                </a:moveTo>
                <a:lnTo>
                  <a:pt x="11914" y="6026"/>
                </a:lnTo>
                <a:lnTo>
                  <a:pt x="12425" y="6026"/>
                </a:lnTo>
                <a:lnTo>
                  <a:pt x="12425" y="5590"/>
                </a:lnTo>
                <a:lnTo>
                  <a:pt x="11914" y="5590"/>
                </a:lnTo>
                <a:close/>
                <a:moveTo>
                  <a:pt x="11372" y="5590"/>
                </a:moveTo>
                <a:lnTo>
                  <a:pt x="11372" y="6026"/>
                </a:lnTo>
                <a:lnTo>
                  <a:pt x="11883" y="6026"/>
                </a:lnTo>
                <a:lnTo>
                  <a:pt x="11883" y="5590"/>
                </a:lnTo>
                <a:lnTo>
                  <a:pt x="11372" y="5590"/>
                </a:lnTo>
                <a:close/>
                <a:moveTo>
                  <a:pt x="10831" y="5590"/>
                </a:moveTo>
                <a:lnTo>
                  <a:pt x="10831" y="6026"/>
                </a:lnTo>
                <a:lnTo>
                  <a:pt x="11341" y="6026"/>
                </a:lnTo>
                <a:lnTo>
                  <a:pt x="11341" y="5590"/>
                </a:lnTo>
                <a:lnTo>
                  <a:pt x="10831" y="5590"/>
                </a:lnTo>
                <a:close/>
                <a:moveTo>
                  <a:pt x="10289" y="5590"/>
                </a:moveTo>
                <a:lnTo>
                  <a:pt x="10289" y="6026"/>
                </a:lnTo>
                <a:lnTo>
                  <a:pt x="10800" y="6026"/>
                </a:lnTo>
                <a:lnTo>
                  <a:pt x="10800" y="5590"/>
                </a:lnTo>
                <a:lnTo>
                  <a:pt x="10289" y="5590"/>
                </a:lnTo>
                <a:close/>
                <a:moveTo>
                  <a:pt x="9747" y="5590"/>
                </a:moveTo>
                <a:lnTo>
                  <a:pt x="9747" y="6026"/>
                </a:lnTo>
                <a:lnTo>
                  <a:pt x="10258" y="6026"/>
                </a:lnTo>
                <a:lnTo>
                  <a:pt x="10258" y="5590"/>
                </a:lnTo>
                <a:lnTo>
                  <a:pt x="9747" y="5590"/>
                </a:lnTo>
                <a:close/>
                <a:moveTo>
                  <a:pt x="9206" y="5590"/>
                </a:moveTo>
                <a:lnTo>
                  <a:pt x="9206" y="6026"/>
                </a:lnTo>
                <a:lnTo>
                  <a:pt x="9716" y="6026"/>
                </a:lnTo>
                <a:lnTo>
                  <a:pt x="9716" y="5590"/>
                </a:lnTo>
                <a:lnTo>
                  <a:pt x="9206" y="5590"/>
                </a:lnTo>
                <a:close/>
                <a:moveTo>
                  <a:pt x="8664" y="5590"/>
                </a:moveTo>
                <a:lnTo>
                  <a:pt x="8664" y="6026"/>
                </a:lnTo>
                <a:lnTo>
                  <a:pt x="9175" y="6026"/>
                </a:lnTo>
                <a:lnTo>
                  <a:pt x="9175" y="5590"/>
                </a:lnTo>
                <a:lnTo>
                  <a:pt x="8664" y="5590"/>
                </a:lnTo>
                <a:close/>
                <a:moveTo>
                  <a:pt x="8122" y="5590"/>
                </a:moveTo>
                <a:lnTo>
                  <a:pt x="8122" y="6026"/>
                </a:lnTo>
                <a:lnTo>
                  <a:pt x="8633" y="6026"/>
                </a:lnTo>
                <a:lnTo>
                  <a:pt x="8633" y="5590"/>
                </a:lnTo>
                <a:lnTo>
                  <a:pt x="8122" y="5590"/>
                </a:lnTo>
                <a:close/>
                <a:moveTo>
                  <a:pt x="7581" y="5590"/>
                </a:moveTo>
                <a:lnTo>
                  <a:pt x="7581" y="6026"/>
                </a:lnTo>
                <a:lnTo>
                  <a:pt x="8091" y="6026"/>
                </a:lnTo>
                <a:lnTo>
                  <a:pt x="8091" y="5590"/>
                </a:lnTo>
                <a:lnTo>
                  <a:pt x="7581" y="5590"/>
                </a:lnTo>
                <a:close/>
                <a:moveTo>
                  <a:pt x="7039" y="5590"/>
                </a:moveTo>
                <a:lnTo>
                  <a:pt x="7039" y="6026"/>
                </a:lnTo>
                <a:lnTo>
                  <a:pt x="7550" y="6026"/>
                </a:lnTo>
                <a:lnTo>
                  <a:pt x="7550" y="5590"/>
                </a:lnTo>
                <a:lnTo>
                  <a:pt x="7039" y="5590"/>
                </a:lnTo>
                <a:close/>
                <a:moveTo>
                  <a:pt x="6497" y="5590"/>
                </a:moveTo>
                <a:lnTo>
                  <a:pt x="6497" y="6026"/>
                </a:lnTo>
                <a:lnTo>
                  <a:pt x="7008" y="6026"/>
                </a:lnTo>
                <a:lnTo>
                  <a:pt x="7008" y="5590"/>
                </a:lnTo>
                <a:lnTo>
                  <a:pt x="6497" y="5590"/>
                </a:lnTo>
                <a:close/>
                <a:moveTo>
                  <a:pt x="5955" y="5590"/>
                </a:moveTo>
                <a:lnTo>
                  <a:pt x="5955" y="6026"/>
                </a:lnTo>
                <a:lnTo>
                  <a:pt x="6466" y="6026"/>
                </a:lnTo>
                <a:lnTo>
                  <a:pt x="6466" y="5590"/>
                </a:lnTo>
                <a:lnTo>
                  <a:pt x="5955" y="5590"/>
                </a:lnTo>
                <a:close/>
                <a:moveTo>
                  <a:pt x="5414" y="5590"/>
                </a:moveTo>
                <a:lnTo>
                  <a:pt x="5414" y="6026"/>
                </a:lnTo>
                <a:lnTo>
                  <a:pt x="5925" y="6026"/>
                </a:lnTo>
                <a:lnTo>
                  <a:pt x="5925" y="5590"/>
                </a:lnTo>
                <a:lnTo>
                  <a:pt x="5414" y="5590"/>
                </a:lnTo>
                <a:close/>
                <a:moveTo>
                  <a:pt x="4872" y="5590"/>
                </a:moveTo>
                <a:lnTo>
                  <a:pt x="4872" y="6026"/>
                </a:lnTo>
                <a:lnTo>
                  <a:pt x="5383" y="6026"/>
                </a:lnTo>
                <a:lnTo>
                  <a:pt x="5383" y="5590"/>
                </a:lnTo>
                <a:lnTo>
                  <a:pt x="4872" y="5590"/>
                </a:lnTo>
                <a:close/>
                <a:moveTo>
                  <a:pt x="4330" y="5590"/>
                </a:moveTo>
                <a:lnTo>
                  <a:pt x="4330" y="6026"/>
                </a:lnTo>
                <a:lnTo>
                  <a:pt x="4841" y="6026"/>
                </a:lnTo>
                <a:lnTo>
                  <a:pt x="4841" y="5590"/>
                </a:lnTo>
                <a:lnTo>
                  <a:pt x="4330" y="5590"/>
                </a:lnTo>
                <a:close/>
                <a:moveTo>
                  <a:pt x="3789" y="5590"/>
                </a:moveTo>
                <a:lnTo>
                  <a:pt x="3789" y="6026"/>
                </a:lnTo>
                <a:lnTo>
                  <a:pt x="4300" y="6026"/>
                </a:lnTo>
                <a:lnTo>
                  <a:pt x="4300" y="5590"/>
                </a:lnTo>
                <a:lnTo>
                  <a:pt x="3789" y="5590"/>
                </a:lnTo>
                <a:close/>
                <a:moveTo>
                  <a:pt x="3247" y="5590"/>
                </a:moveTo>
                <a:lnTo>
                  <a:pt x="3247" y="6026"/>
                </a:lnTo>
                <a:lnTo>
                  <a:pt x="3758" y="6026"/>
                </a:lnTo>
                <a:lnTo>
                  <a:pt x="3758" y="5590"/>
                </a:lnTo>
                <a:lnTo>
                  <a:pt x="3247" y="5590"/>
                </a:lnTo>
                <a:close/>
                <a:moveTo>
                  <a:pt x="2705" y="5590"/>
                </a:moveTo>
                <a:lnTo>
                  <a:pt x="2705" y="6026"/>
                </a:lnTo>
                <a:lnTo>
                  <a:pt x="3216" y="6026"/>
                </a:lnTo>
                <a:lnTo>
                  <a:pt x="3216" y="5590"/>
                </a:lnTo>
                <a:lnTo>
                  <a:pt x="2705" y="5590"/>
                </a:lnTo>
                <a:close/>
                <a:moveTo>
                  <a:pt x="2164" y="5590"/>
                </a:moveTo>
                <a:lnTo>
                  <a:pt x="2164" y="6026"/>
                </a:lnTo>
                <a:lnTo>
                  <a:pt x="2675" y="6026"/>
                </a:lnTo>
                <a:lnTo>
                  <a:pt x="2675" y="5590"/>
                </a:lnTo>
                <a:lnTo>
                  <a:pt x="2164" y="5590"/>
                </a:lnTo>
                <a:close/>
                <a:moveTo>
                  <a:pt x="1622" y="5590"/>
                </a:moveTo>
                <a:lnTo>
                  <a:pt x="1622" y="6026"/>
                </a:lnTo>
                <a:lnTo>
                  <a:pt x="2133" y="6026"/>
                </a:lnTo>
                <a:lnTo>
                  <a:pt x="2133" y="5590"/>
                </a:lnTo>
                <a:lnTo>
                  <a:pt x="1622" y="5590"/>
                </a:lnTo>
                <a:close/>
                <a:moveTo>
                  <a:pt x="1080" y="5590"/>
                </a:moveTo>
                <a:lnTo>
                  <a:pt x="1080" y="6026"/>
                </a:lnTo>
                <a:lnTo>
                  <a:pt x="1591" y="6026"/>
                </a:lnTo>
                <a:lnTo>
                  <a:pt x="1591" y="5590"/>
                </a:lnTo>
                <a:lnTo>
                  <a:pt x="1080" y="5590"/>
                </a:lnTo>
                <a:close/>
                <a:moveTo>
                  <a:pt x="539" y="5590"/>
                </a:moveTo>
                <a:lnTo>
                  <a:pt x="539" y="6026"/>
                </a:lnTo>
                <a:lnTo>
                  <a:pt x="1049" y="6026"/>
                </a:lnTo>
                <a:lnTo>
                  <a:pt x="1049" y="5590"/>
                </a:lnTo>
                <a:lnTo>
                  <a:pt x="539" y="5590"/>
                </a:lnTo>
                <a:close/>
                <a:moveTo>
                  <a:pt x="31" y="5590"/>
                </a:moveTo>
                <a:lnTo>
                  <a:pt x="31" y="6026"/>
                </a:lnTo>
                <a:lnTo>
                  <a:pt x="508" y="6026"/>
                </a:lnTo>
                <a:lnTo>
                  <a:pt x="508" y="5590"/>
                </a:lnTo>
                <a:lnTo>
                  <a:pt x="31" y="5590"/>
                </a:lnTo>
                <a:close/>
                <a:moveTo>
                  <a:pt x="14081" y="5126"/>
                </a:moveTo>
                <a:lnTo>
                  <a:pt x="14081" y="5562"/>
                </a:lnTo>
                <a:lnTo>
                  <a:pt x="14592" y="5562"/>
                </a:lnTo>
                <a:lnTo>
                  <a:pt x="14592" y="5126"/>
                </a:lnTo>
                <a:lnTo>
                  <a:pt x="14081" y="5126"/>
                </a:lnTo>
                <a:close/>
                <a:moveTo>
                  <a:pt x="13539" y="5126"/>
                </a:moveTo>
                <a:lnTo>
                  <a:pt x="13539" y="5562"/>
                </a:lnTo>
                <a:lnTo>
                  <a:pt x="14050" y="5562"/>
                </a:lnTo>
                <a:lnTo>
                  <a:pt x="14050" y="5126"/>
                </a:lnTo>
                <a:lnTo>
                  <a:pt x="13539" y="5126"/>
                </a:lnTo>
                <a:close/>
                <a:moveTo>
                  <a:pt x="12997" y="5126"/>
                </a:moveTo>
                <a:lnTo>
                  <a:pt x="12997" y="5562"/>
                </a:lnTo>
                <a:lnTo>
                  <a:pt x="13508" y="5562"/>
                </a:lnTo>
                <a:lnTo>
                  <a:pt x="13508" y="5126"/>
                </a:lnTo>
                <a:lnTo>
                  <a:pt x="12997" y="5126"/>
                </a:lnTo>
                <a:close/>
                <a:moveTo>
                  <a:pt x="12456" y="5126"/>
                </a:moveTo>
                <a:lnTo>
                  <a:pt x="12456" y="5562"/>
                </a:lnTo>
                <a:lnTo>
                  <a:pt x="12967" y="5562"/>
                </a:lnTo>
                <a:lnTo>
                  <a:pt x="12967" y="5126"/>
                </a:lnTo>
                <a:lnTo>
                  <a:pt x="12456" y="5126"/>
                </a:lnTo>
                <a:close/>
                <a:moveTo>
                  <a:pt x="11914" y="5126"/>
                </a:moveTo>
                <a:lnTo>
                  <a:pt x="11914" y="5562"/>
                </a:lnTo>
                <a:lnTo>
                  <a:pt x="12425" y="5562"/>
                </a:lnTo>
                <a:lnTo>
                  <a:pt x="12425" y="5126"/>
                </a:lnTo>
                <a:lnTo>
                  <a:pt x="11914" y="5126"/>
                </a:lnTo>
                <a:close/>
                <a:moveTo>
                  <a:pt x="11372" y="5126"/>
                </a:moveTo>
                <a:lnTo>
                  <a:pt x="11372" y="5562"/>
                </a:lnTo>
                <a:lnTo>
                  <a:pt x="11883" y="5562"/>
                </a:lnTo>
                <a:lnTo>
                  <a:pt x="11883" y="5126"/>
                </a:lnTo>
                <a:lnTo>
                  <a:pt x="11372" y="5126"/>
                </a:lnTo>
                <a:close/>
                <a:moveTo>
                  <a:pt x="10831" y="5126"/>
                </a:moveTo>
                <a:lnTo>
                  <a:pt x="10831" y="5562"/>
                </a:lnTo>
                <a:lnTo>
                  <a:pt x="11341" y="5562"/>
                </a:lnTo>
                <a:lnTo>
                  <a:pt x="11341" y="5126"/>
                </a:lnTo>
                <a:lnTo>
                  <a:pt x="10831" y="5126"/>
                </a:lnTo>
                <a:close/>
                <a:moveTo>
                  <a:pt x="10289" y="5126"/>
                </a:moveTo>
                <a:lnTo>
                  <a:pt x="10289" y="5562"/>
                </a:lnTo>
                <a:lnTo>
                  <a:pt x="10800" y="5562"/>
                </a:lnTo>
                <a:lnTo>
                  <a:pt x="10800" y="5126"/>
                </a:lnTo>
                <a:lnTo>
                  <a:pt x="10289" y="5126"/>
                </a:lnTo>
                <a:close/>
                <a:moveTo>
                  <a:pt x="9747" y="5126"/>
                </a:moveTo>
                <a:lnTo>
                  <a:pt x="9747" y="5562"/>
                </a:lnTo>
                <a:lnTo>
                  <a:pt x="10258" y="5562"/>
                </a:lnTo>
                <a:lnTo>
                  <a:pt x="10258" y="5126"/>
                </a:lnTo>
                <a:lnTo>
                  <a:pt x="9747" y="5126"/>
                </a:lnTo>
                <a:close/>
                <a:moveTo>
                  <a:pt x="9206" y="5126"/>
                </a:moveTo>
                <a:lnTo>
                  <a:pt x="9206" y="5562"/>
                </a:lnTo>
                <a:lnTo>
                  <a:pt x="9716" y="5562"/>
                </a:lnTo>
                <a:lnTo>
                  <a:pt x="9716" y="5126"/>
                </a:lnTo>
                <a:lnTo>
                  <a:pt x="9206" y="5126"/>
                </a:lnTo>
                <a:close/>
                <a:moveTo>
                  <a:pt x="8664" y="5126"/>
                </a:moveTo>
                <a:lnTo>
                  <a:pt x="8664" y="5562"/>
                </a:lnTo>
                <a:lnTo>
                  <a:pt x="9175" y="5562"/>
                </a:lnTo>
                <a:lnTo>
                  <a:pt x="9175" y="5126"/>
                </a:lnTo>
                <a:lnTo>
                  <a:pt x="8664" y="5126"/>
                </a:lnTo>
                <a:close/>
                <a:moveTo>
                  <a:pt x="8122" y="5126"/>
                </a:moveTo>
                <a:lnTo>
                  <a:pt x="8122" y="5562"/>
                </a:lnTo>
                <a:lnTo>
                  <a:pt x="8633" y="5562"/>
                </a:lnTo>
                <a:lnTo>
                  <a:pt x="8633" y="5126"/>
                </a:lnTo>
                <a:lnTo>
                  <a:pt x="8122" y="5126"/>
                </a:lnTo>
                <a:close/>
                <a:moveTo>
                  <a:pt x="7581" y="5126"/>
                </a:moveTo>
                <a:lnTo>
                  <a:pt x="7581" y="5562"/>
                </a:lnTo>
                <a:lnTo>
                  <a:pt x="8091" y="5562"/>
                </a:lnTo>
                <a:lnTo>
                  <a:pt x="8091" y="5126"/>
                </a:lnTo>
                <a:lnTo>
                  <a:pt x="7581" y="5126"/>
                </a:lnTo>
                <a:close/>
                <a:moveTo>
                  <a:pt x="7039" y="5126"/>
                </a:moveTo>
                <a:lnTo>
                  <a:pt x="7039" y="5562"/>
                </a:lnTo>
                <a:lnTo>
                  <a:pt x="7550" y="5562"/>
                </a:lnTo>
                <a:lnTo>
                  <a:pt x="7550" y="5126"/>
                </a:lnTo>
                <a:lnTo>
                  <a:pt x="7039" y="5126"/>
                </a:lnTo>
                <a:close/>
                <a:moveTo>
                  <a:pt x="6497" y="5126"/>
                </a:moveTo>
                <a:lnTo>
                  <a:pt x="6497" y="5562"/>
                </a:lnTo>
                <a:lnTo>
                  <a:pt x="7008" y="5562"/>
                </a:lnTo>
                <a:lnTo>
                  <a:pt x="7008" y="5126"/>
                </a:lnTo>
                <a:lnTo>
                  <a:pt x="6497" y="5126"/>
                </a:lnTo>
                <a:close/>
                <a:moveTo>
                  <a:pt x="5955" y="5126"/>
                </a:moveTo>
                <a:lnTo>
                  <a:pt x="5955" y="5562"/>
                </a:lnTo>
                <a:lnTo>
                  <a:pt x="6466" y="5562"/>
                </a:lnTo>
                <a:lnTo>
                  <a:pt x="6466" y="5126"/>
                </a:lnTo>
                <a:lnTo>
                  <a:pt x="5955" y="5126"/>
                </a:lnTo>
                <a:close/>
                <a:moveTo>
                  <a:pt x="5414" y="5126"/>
                </a:moveTo>
                <a:lnTo>
                  <a:pt x="5414" y="5562"/>
                </a:lnTo>
                <a:lnTo>
                  <a:pt x="5925" y="5562"/>
                </a:lnTo>
                <a:lnTo>
                  <a:pt x="5925" y="5126"/>
                </a:lnTo>
                <a:lnTo>
                  <a:pt x="5414" y="5126"/>
                </a:lnTo>
                <a:close/>
                <a:moveTo>
                  <a:pt x="4872" y="5126"/>
                </a:moveTo>
                <a:lnTo>
                  <a:pt x="4872" y="5562"/>
                </a:lnTo>
                <a:lnTo>
                  <a:pt x="5383" y="5562"/>
                </a:lnTo>
                <a:lnTo>
                  <a:pt x="5383" y="5126"/>
                </a:lnTo>
                <a:lnTo>
                  <a:pt x="4872" y="5126"/>
                </a:lnTo>
                <a:close/>
                <a:moveTo>
                  <a:pt x="4330" y="5126"/>
                </a:moveTo>
                <a:lnTo>
                  <a:pt x="4330" y="5562"/>
                </a:lnTo>
                <a:lnTo>
                  <a:pt x="4841" y="5562"/>
                </a:lnTo>
                <a:lnTo>
                  <a:pt x="4841" y="5126"/>
                </a:lnTo>
                <a:lnTo>
                  <a:pt x="4330" y="5126"/>
                </a:lnTo>
                <a:close/>
                <a:moveTo>
                  <a:pt x="3789" y="5126"/>
                </a:moveTo>
                <a:lnTo>
                  <a:pt x="3789" y="5562"/>
                </a:lnTo>
                <a:lnTo>
                  <a:pt x="4300" y="5562"/>
                </a:lnTo>
                <a:lnTo>
                  <a:pt x="4300" y="5126"/>
                </a:lnTo>
                <a:lnTo>
                  <a:pt x="3789" y="5126"/>
                </a:lnTo>
                <a:close/>
                <a:moveTo>
                  <a:pt x="3247" y="5126"/>
                </a:moveTo>
                <a:lnTo>
                  <a:pt x="3247" y="5562"/>
                </a:lnTo>
                <a:lnTo>
                  <a:pt x="3758" y="5562"/>
                </a:lnTo>
                <a:lnTo>
                  <a:pt x="3758" y="5126"/>
                </a:lnTo>
                <a:lnTo>
                  <a:pt x="3247" y="5126"/>
                </a:lnTo>
                <a:close/>
                <a:moveTo>
                  <a:pt x="2705" y="5126"/>
                </a:moveTo>
                <a:lnTo>
                  <a:pt x="2705" y="5562"/>
                </a:lnTo>
                <a:lnTo>
                  <a:pt x="3216" y="5562"/>
                </a:lnTo>
                <a:lnTo>
                  <a:pt x="3216" y="5126"/>
                </a:lnTo>
                <a:lnTo>
                  <a:pt x="2705" y="5126"/>
                </a:lnTo>
                <a:close/>
                <a:moveTo>
                  <a:pt x="2164" y="5126"/>
                </a:moveTo>
                <a:lnTo>
                  <a:pt x="2164" y="5562"/>
                </a:lnTo>
                <a:lnTo>
                  <a:pt x="2675" y="5562"/>
                </a:lnTo>
                <a:lnTo>
                  <a:pt x="2675" y="5126"/>
                </a:lnTo>
                <a:lnTo>
                  <a:pt x="2164" y="5126"/>
                </a:lnTo>
                <a:close/>
                <a:moveTo>
                  <a:pt x="1622" y="5126"/>
                </a:moveTo>
                <a:lnTo>
                  <a:pt x="1622" y="5562"/>
                </a:lnTo>
                <a:lnTo>
                  <a:pt x="2133" y="5562"/>
                </a:lnTo>
                <a:lnTo>
                  <a:pt x="2133" y="5126"/>
                </a:lnTo>
                <a:lnTo>
                  <a:pt x="1622" y="5126"/>
                </a:lnTo>
                <a:close/>
                <a:moveTo>
                  <a:pt x="1080" y="5126"/>
                </a:moveTo>
                <a:lnTo>
                  <a:pt x="1080" y="5562"/>
                </a:lnTo>
                <a:lnTo>
                  <a:pt x="1591" y="5562"/>
                </a:lnTo>
                <a:lnTo>
                  <a:pt x="1591" y="5126"/>
                </a:lnTo>
                <a:lnTo>
                  <a:pt x="1080" y="5126"/>
                </a:lnTo>
                <a:close/>
                <a:moveTo>
                  <a:pt x="539" y="5126"/>
                </a:moveTo>
                <a:lnTo>
                  <a:pt x="539" y="5562"/>
                </a:lnTo>
                <a:lnTo>
                  <a:pt x="1049" y="5562"/>
                </a:lnTo>
                <a:lnTo>
                  <a:pt x="1049" y="5126"/>
                </a:lnTo>
                <a:lnTo>
                  <a:pt x="539" y="5126"/>
                </a:lnTo>
                <a:close/>
                <a:moveTo>
                  <a:pt x="31" y="5126"/>
                </a:moveTo>
                <a:lnTo>
                  <a:pt x="31" y="5562"/>
                </a:lnTo>
                <a:lnTo>
                  <a:pt x="508" y="5562"/>
                </a:lnTo>
                <a:lnTo>
                  <a:pt x="508" y="5126"/>
                </a:lnTo>
                <a:lnTo>
                  <a:pt x="31" y="5126"/>
                </a:lnTo>
                <a:close/>
                <a:moveTo>
                  <a:pt x="14622" y="4662"/>
                </a:moveTo>
                <a:lnTo>
                  <a:pt x="14622" y="5098"/>
                </a:lnTo>
                <a:lnTo>
                  <a:pt x="15133" y="5098"/>
                </a:lnTo>
                <a:lnTo>
                  <a:pt x="15133" y="4662"/>
                </a:lnTo>
                <a:lnTo>
                  <a:pt x="14622" y="4662"/>
                </a:lnTo>
                <a:close/>
                <a:moveTo>
                  <a:pt x="14081" y="4662"/>
                </a:moveTo>
                <a:lnTo>
                  <a:pt x="14081" y="5098"/>
                </a:lnTo>
                <a:lnTo>
                  <a:pt x="14592" y="5098"/>
                </a:lnTo>
                <a:lnTo>
                  <a:pt x="14592" y="4662"/>
                </a:lnTo>
                <a:lnTo>
                  <a:pt x="14081" y="4662"/>
                </a:lnTo>
                <a:close/>
                <a:moveTo>
                  <a:pt x="13539" y="4662"/>
                </a:moveTo>
                <a:lnTo>
                  <a:pt x="13539" y="5098"/>
                </a:lnTo>
                <a:lnTo>
                  <a:pt x="14050" y="5098"/>
                </a:lnTo>
                <a:lnTo>
                  <a:pt x="14050" y="4662"/>
                </a:lnTo>
                <a:lnTo>
                  <a:pt x="13539" y="4662"/>
                </a:lnTo>
                <a:close/>
                <a:moveTo>
                  <a:pt x="12997" y="4662"/>
                </a:moveTo>
                <a:lnTo>
                  <a:pt x="12997" y="5098"/>
                </a:lnTo>
                <a:lnTo>
                  <a:pt x="13508" y="5098"/>
                </a:lnTo>
                <a:lnTo>
                  <a:pt x="13508" y="4662"/>
                </a:lnTo>
                <a:lnTo>
                  <a:pt x="12997" y="4662"/>
                </a:lnTo>
                <a:close/>
                <a:moveTo>
                  <a:pt x="12456" y="4662"/>
                </a:moveTo>
                <a:lnTo>
                  <a:pt x="12456" y="5098"/>
                </a:lnTo>
                <a:lnTo>
                  <a:pt x="12967" y="5098"/>
                </a:lnTo>
                <a:lnTo>
                  <a:pt x="12967" y="4662"/>
                </a:lnTo>
                <a:lnTo>
                  <a:pt x="12456" y="4662"/>
                </a:lnTo>
                <a:close/>
                <a:moveTo>
                  <a:pt x="11914" y="4662"/>
                </a:moveTo>
                <a:lnTo>
                  <a:pt x="11914" y="5098"/>
                </a:lnTo>
                <a:lnTo>
                  <a:pt x="12425" y="5098"/>
                </a:lnTo>
                <a:lnTo>
                  <a:pt x="12425" y="4662"/>
                </a:lnTo>
                <a:lnTo>
                  <a:pt x="11914" y="4662"/>
                </a:lnTo>
                <a:close/>
                <a:moveTo>
                  <a:pt x="11372" y="4662"/>
                </a:moveTo>
                <a:lnTo>
                  <a:pt x="11372" y="5098"/>
                </a:lnTo>
                <a:lnTo>
                  <a:pt x="11883" y="5098"/>
                </a:lnTo>
                <a:lnTo>
                  <a:pt x="11883" y="4662"/>
                </a:lnTo>
                <a:lnTo>
                  <a:pt x="11372" y="4662"/>
                </a:lnTo>
                <a:close/>
                <a:moveTo>
                  <a:pt x="10831" y="4662"/>
                </a:moveTo>
                <a:lnTo>
                  <a:pt x="10831" y="5098"/>
                </a:lnTo>
                <a:lnTo>
                  <a:pt x="11341" y="5098"/>
                </a:lnTo>
                <a:lnTo>
                  <a:pt x="11341" y="4662"/>
                </a:lnTo>
                <a:lnTo>
                  <a:pt x="10831" y="4662"/>
                </a:lnTo>
                <a:close/>
                <a:moveTo>
                  <a:pt x="10289" y="4662"/>
                </a:moveTo>
                <a:lnTo>
                  <a:pt x="10289" y="5098"/>
                </a:lnTo>
                <a:lnTo>
                  <a:pt x="10800" y="5098"/>
                </a:lnTo>
                <a:lnTo>
                  <a:pt x="10800" y="4662"/>
                </a:lnTo>
                <a:lnTo>
                  <a:pt x="10289" y="4662"/>
                </a:lnTo>
                <a:close/>
                <a:moveTo>
                  <a:pt x="9747" y="4662"/>
                </a:moveTo>
                <a:lnTo>
                  <a:pt x="9747" y="5098"/>
                </a:lnTo>
                <a:lnTo>
                  <a:pt x="10258" y="5098"/>
                </a:lnTo>
                <a:lnTo>
                  <a:pt x="10258" y="4662"/>
                </a:lnTo>
                <a:lnTo>
                  <a:pt x="9747" y="4662"/>
                </a:lnTo>
                <a:close/>
                <a:moveTo>
                  <a:pt x="9206" y="4662"/>
                </a:moveTo>
                <a:lnTo>
                  <a:pt x="9206" y="5098"/>
                </a:lnTo>
                <a:lnTo>
                  <a:pt x="9716" y="5098"/>
                </a:lnTo>
                <a:lnTo>
                  <a:pt x="9716" y="4662"/>
                </a:lnTo>
                <a:lnTo>
                  <a:pt x="9206" y="4662"/>
                </a:lnTo>
                <a:close/>
                <a:moveTo>
                  <a:pt x="8664" y="4662"/>
                </a:moveTo>
                <a:lnTo>
                  <a:pt x="8664" y="5098"/>
                </a:lnTo>
                <a:lnTo>
                  <a:pt x="9175" y="5098"/>
                </a:lnTo>
                <a:lnTo>
                  <a:pt x="9175" y="4662"/>
                </a:lnTo>
                <a:lnTo>
                  <a:pt x="8664" y="4662"/>
                </a:lnTo>
                <a:close/>
                <a:moveTo>
                  <a:pt x="8122" y="4662"/>
                </a:moveTo>
                <a:lnTo>
                  <a:pt x="8122" y="5098"/>
                </a:lnTo>
                <a:lnTo>
                  <a:pt x="8633" y="5098"/>
                </a:lnTo>
                <a:lnTo>
                  <a:pt x="8633" y="4662"/>
                </a:lnTo>
                <a:lnTo>
                  <a:pt x="8122" y="4662"/>
                </a:lnTo>
                <a:close/>
                <a:moveTo>
                  <a:pt x="7581" y="4662"/>
                </a:moveTo>
                <a:lnTo>
                  <a:pt x="7581" y="5098"/>
                </a:lnTo>
                <a:lnTo>
                  <a:pt x="8091" y="5098"/>
                </a:lnTo>
                <a:lnTo>
                  <a:pt x="8091" y="4662"/>
                </a:lnTo>
                <a:lnTo>
                  <a:pt x="7581" y="4662"/>
                </a:lnTo>
                <a:close/>
                <a:moveTo>
                  <a:pt x="7039" y="4662"/>
                </a:moveTo>
                <a:lnTo>
                  <a:pt x="7039" y="5098"/>
                </a:lnTo>
                <a:lnTo>
                  <a:pt x="7550" y="5098"/>
                </a:lnTo>
                <a:lnTo>
                  <a:pt x="7550" y="4662"/>
                </a:lnTo>
                <a:lnTo>
                  <a:pt x="7039" y="4662"/>
                </a:lnTo>
                <a:close/>
                <a:moveTo>
                  <a:pt x="6497" y="4662"/>
                </a:moveTo>
                <a:lnTo>
                  <a:pt x="6497" y="5098"/>
                </a:lnTo>
                <a:lnTo>
                  <a:pt x="7008" y="5098"/>
                </a:lnTo>
                <a:lnTo>
                  <a:pt x="7008" y="4662"/>
                </a:lnTo>
                <a:lnTo>
                  <a:pt x="6497" y="4662"/>
                </a:lnTo>
                <a:close/>
                <a:moveTo>
                  <a:pt x="5955" y="4662"/>
                </a:moveTo>
                <a:lnTo>
                  <a:pt x="5955" y="5098"/>
                </a:lnTo>
                <a:lnTo>
                  <a:pt x="6466" y="5098"/>
                </a:lnTo>
                <a:lnTo>
                  <a:pt x="6466" y="4662"/>
                </a:lnTo>
                <a:lnTo>
                  <a:pt x="5955" y="4662"/>
                </a:lnTo>
                <a:close/>
                <a:moveTo>
                  <a:pt x="5414" y="4662"/>
                </a:moveTo>
                <a:lnTo>
                  <a:pt x="5414" y="5098"/>
                </a:lnTo>
                <a:lnTo>
                  <a:pt x="5925" y="5098"/>
                </a:lnTo>
                <a:lnTo>
                  <a:pt x="5925" y="4662"/>
                </a:lnTo>
                <a:lnTo>
                  <a:pt x="5414" y="4662"/>
                </a:lnTo>
                <a:close/>
                <a:moveTo>
                  <a:pt x="4872" y="4662"/>
                </a:moveTo>
                <a:lnTo>
                  <a:pt x="4872" y="5098"/>
                </a:lnTo>
                <a:lnTo>
                  <a:pt x="5383" y="5098"/>
                </a:lnTo>
                <a:lnTo>
                  <a:pt x="5383" y="4662"/>
                </a:lnTo>
                <a:lnTo>
                  <a:pt x="4872" y="4662"/>
                </a:lnTo>
                <a:close/>
                <a:moveTo>
                  <a:pt x="4330" y="4662"/>
                </a:moveTo>
                <a:lnTo>
                  <a:pt x="4330" y="5098"/>
                </a:lnTo>
                <a:lnTo>
                  <a:pt x="4841" y="5098"/>
                </a:lnTo>
                <a:lnTo>
                  <a:pt x="4841" y="4662"/>
                </a:lnTo>
                <a:lnTo>
                  <a:pt x="4330" y="4662"/>
                </a:lnTo>
                <a:close/>
                <a:moveTo>
                  <a:pt x="3789" y="4662"/>
                </a:moveTo>
                <a:lnTo>
                  <a:pt x="3789" y="5098"/>
                </a:lnTo>
                <a:lnTo>
                  <a:pt x="4300" y="5098"/>
                </a:lnTo>
                <a:lnTo>
                  <a:pt x="4300" y="4662"/>
                </a:lnTo>
                <a:lnTo>
                  <a:pt x="3789" y="4662"/>
                </a:lnTo>
                <a:close/>
                <a:moveTo>
                  <a:pt x="3247" y="4662"/>
                </a:moveTo>
                <a:lnTo>
                  <a:pt x="3247" y="5098"/>
                </a:lnTo>
                <a:lnTo>
                  <a:pt x="3758" y="5098"/>
                </a:lnTo>
                <a:lnTo>
                  <a:pt x="3758" y="4662"/>
                </a:lnTo>
                <a:lnTo>
                  <a:pt x="3247" y="4662"/>
                </a:lnTo>
                <a:close/>
                <a:moveTo>
                  <a:pt x="2705" y="4662"/>
                </a:moveTo>
                <a:lnTo>
                  <a:pt x="2705" y="5098"/>
                </a:lnTo>
                <a:lnTo>
                  <a:pt x="3216" y="5098"/>
                </a:lnTo>
                <a:lnTo>
                  <a:pt x="3216" y="4662"/>
                </a:lnTo>
                <a:lnTo>
                  <a:pt x="2705" y="4662"/>
                </a:lnTo>
                <a:close/>
                <a:moveTo>
                  <a:pt x="2164" y="4662"/>
                </a:moveTo>
                <a:lnTo>
                  <a:pt x="2164" y="5098"/>
                </a:lnTo>
                <a:lnTo>
                  <a:pt x="2675" y="5098"/>
                </a:lnTo>
                <a:lnTo>
                  <a:pt x="2675" y="4662"/>
                </a:lnTo>
                <a:lnTo>
                  <a:pt x="2164" y="4662"/>
                </a:lnTo>
                <a:close/>
                <a:moveTo>
                  <a:pt x="1622" y="4662"/>
                </a:moveTo>
                <a:lnTo>
                  <a:pt x="1622" y="5098"/>
                </a:lnTo>
                <a:lnTo>
                  <a:pt x="2133" y="5098"/>
                </a:lnTo>
                <a:lnTo>
                  <a:pt x="2133" y="4662"/>
                </a:lnTo>
                <a:lnTo>
                  <a:pt x="1622" y="4662"/>
                </a:lnTo>
                <a:close/>
                <a:moveTo>
                  <a:pt x="1080" y="4662"/>
                </a:moveTo>
                <a:lnTo>
                  <a:pt x="1080" y="5098"/>
                </a:lnTo>
                <a:lnTo>
                  <a:pt x="1591" y="5098"/>
                </a:lnTo>
                <a:lnTo>
                  <a:pt x="1591" y="4662"/>
                </a:lnTo>
                <a:lnTo>
                  <a:pt x="1080" y="4662"/>
                </a:lnTo>
                <a:close/>
                <a:moveTo>
                  <a:pt x="539" y="4662"/>
                </a:moveTo>
                <a:lnTo>
                  <a:pt x="539" y="5098"/>
                </a:lnTo>
                <a:lnTo>
                  <a:pt x="1049" y="5098"/>
                </a:lnTo>
                <a:lnTo>
                  <a:pt x="1049" y="4662"/>
                </a:lnTo>
                <a:lnTo>
                  <a:pt x="539" y="4662"/>
                </a:lnTo>
                <a:close/>
                <a:moveTo>
                  <a:pt x="31" y="4662"/>
                </a:moveTo>
                <a:lnTo>
                  <a:pt x="31" y="5098"/>
                </a:lnTo>
                <a:lnTo>
                  <a:pt x="508" y="5098"/>
                </a:lnTo>
                <a:lnTo>
                  <a:pt x="508" y="4662"/>
                </a:lnTo>
                <a:lnTo>
                  <a:pt x="31" y="4662"/>
                </a:lnTo>
                <a:close/>
                <a:moveTo>
                  <a:pt x="14622" y="4199"/>
                </a:moveTo>
                <a:lnTo>
                  <a:pt x="14622" y="4634"/>
                </a:lnTo>
                <a:lnTo>
                  <a:pt x="15133" y="4634"/>
                </a:lnTo>
                <a:lnTo>
                  <a:pt x="15133" y="4199"/>
                </a:lnTo>
                <a:lnTo>
                  <a:pt x="14622" y="4199"/>
                </a:lnTo>
                <a:close/>
                <a:moveTo>
                  <a:pt x="14081" y="4199"/>
                </a:moveTo>
                <a:lnTo>
                  <a:pt x="14081" y="4634"/>
                </a:lnTo>
                <a:lnTo>
                  <a:pt x="14592" y="4634"/>
                </a:lnTo>
                <a:lnTo>
                  <a:pt x="14592" y="4199"/>
                </a:lnTo>
                <a:lnTo>
                  <a:pt x="14081" y="4199"/>
                </a:lnTo>
                <a:close/>
                <a:moveTo>
                  <a:pt x="13539" y="4199"/>
                </a:moveTo>
                <a:lnTo>
                  <a:pt x="13539" y="4634"/>
                </a:lnTo>
                <a:lnTo>
                  <a:pt x="14050" y="4634"/>
                </a:lnTo>
                <a:lnTo>
                  <a:pt x="14050" y="4199"/>
                </a:lnTo>
                <a:lnTo>
                  <a:pt x="13539" y="4199"/>
                </a:lnTo>
                <a:close/>
                <a:moveTo>
                  <a:pt x="12997" y="4199"/>
                </a:moveTo>
                <a:lnTo>
                  <a:pt x="12997" y="4634"/>
                </a:lnTo>
                <a:lnTo>
                  <a:pt x="13508" y="4634"/>
                </a:lnTo>
                <a:lnTo>
                  <a:pt x="13508" y="4199"/>
                </a:lnTo>
                <a:lnTo>
                  <a:pt x="12997" y="4199"/>
                </a:lnTo>
                <a:close/>
                <a:moveTo>
                  <a:pt x="12456" y="4199"/>
                </a:moveTo>
                <a:lnTo>
                  <a:pt x="12456" y="4634"/>
                </a:lnTo>
                <a:lnTo>
                  <a:pt x="12967" y="4634"/>
                </a:lnTo>
                <a:lnTo>
                  <a:pt x="12967" y="4199"/>
                </a:lnTo>
                <a:lnTo>
                  <a:pt x="12456" y="4199"/>
                </a:lnTo>
                <a:close/>
                <a:moveTo>
                  <a:pt x="11914" y="4199"/>
                </a:moveTo>
                <a:lnTo>
                  <a:pt x="11914" y="4634"/>
                </a:lnTo>
                <a:lnTo>
                  <a:pt x="12425" y="4634"/>
                </a:lnTo>
                <a:lnTo>
                  <a:pt x="12425" y="4199"/>
                </a:lnTo>
                <a:lnTo>
                  <a:pt x="11914" y="4199"/>
                </a:lnTo>
                <a:close/>
                <a:moveTo>
                  <a:pt x="11372" y="4199"/>
                </a:moveTo>
                <a:lnTo>
                  <a:pt x="11372" y="4634"/>
                </a:lnTo>
                <a:lnTo>
                  <a:pt x="11883" y="4634"/>
                </a:lnTo>
                <a:lnTo>
                  <a:pt x="11883" y="4199"/>
                </a:lnTo>
                <a:lnTo>
                  <a:pt x="11372" y="4199"/>
                </a:lnTo>
                <a:close/>
                <a:moveTo>
                  <a:pt x="10831" y="4199"/>
                </a:moveTo>
                <a:lnTo>
                  <a:pt x="10831" y="4634"/>
                </a:lnTo>
                <a:lnTo>
                  <a:pt x="11341" y="4634"/>
                </a:lnTo>
                <a:lnTo>
                  <a:pt x="11341" y="4199"/>
                </a:lnTo>
                <a:lnTo>
                  <a:pt x="10831" y="4199"/>
                </a:lnTo>
                <a:close/>
                <a:moveTo>
                  <a:pt x="10289" y="4199"/>
                </a:moveTo>
                <a:lnTo>
                  <a:pt x="10289" y="4634"/>
                </a:lnTo>
                <a:lnTo>
                  <a:pt x="10800" y="4634"/>
                </a:lnTo>
                <a:lnTo>
                  <a:pt x="10800" y="4199"/>
                </a:lnTo>
                <a:lnTo>
                  <a:pt x="10289" y="4199"/>
                </a:lnTo>
                <a:close/>
                <a:moveTo>
                  <a:pt x="9747" y="4199"/>
                </a:moveTo>
                <a:lnTo>
                  <a:pt x="9747" y="4634"/>
                </a:lnTo>
                <a:lnTo>
                  <a:pt x="10258" y="4634"/>
                </a:lnTo>
                <a:lnTo>
                  <a:pt x="10258" y="4199"/>
                </a:lnTo>
                <a:lnTo>
                  <a:pt x="9747" y="4199"/>
                </a:lnTo>
                <a:close/>
                <a:moveTo>
                  <a:pt x="9206" y="4199"/>
                </a:moveTo>
                <a:lnTo>
                  <a:pt x="9206" y="4634"/>
                </a:lnTo>
                <a:lnTo>
                  <a:pt x="9716" y="4634"/>
                </a:lnTo>
                <a:lnTo>
                  <a:pt x="9716" y="4199"/>
                </a:lnTo>
                <a:lnTo>
                  <a:pt x="9206" y="4199"/>
                </a:lnTo>
                <a:close/>
                <a:moveTo>
                  <a:pt x="8664" y="4199"/>
                </a:moveTo>
                <a:lnTo>
                  <a:pt x="8664" y="4634"/>
                </a:lnTo>
                <a:lnTo>
                  <a:pt x="9175" y="4634"/>
                </a:lnTo>
                <a:lnTo>
                  <a:pt x="9175" y="4199"/>
                </a:lnTo>
                <a:lnTo>
                  <a:pt x="8664" y="4199"/>
                </a:lnTo>
                <a:close/>
                <a:moveTo>
                  <a:pt x="8122" y="4199"/>
                </a:moveTo>
                <a:lnTo>
                  <a:pt x="8122" y="4634"/>
                </a:lnTo>
                <a:lnTo>
                  <a:pt x="8633" y="4634"/>
                </a:lnTo>
                <a:lnTo>
                  <a:pt x="8633" y="4199"/>
                </a:lnTo>
                <a:lnTo>
                  <a:pt x="8122" y="4199"/>
                </a:lnTo>
                <a:close/>
                <a:moveTo>
                  <a:pt x="7581" y="4199"/>
                </a:moveTo>
                <a:lnTo>
                  <a:pt x="7581" y="4634"/>
                </a:lnTo>
                <a:lnTo>
                  <a:pt x="8091" y="4634"/>
                </a:lnTo>
                <a:lnTo>
                  <a:pt x="8091" y="4199"/>
                </a:lnTo>
                <a:lnTo>
                  <a:pt x="7581" y="4199"/>
                </a:lnTo>
                <a:close/>
                <a:moveTo>
                  <a:pt x="7039" y="4199"/>
                </a:moveTo>
                <a:lnTo>
                  <a:pt x="7039" y="4634"/>
                </a:lnTo>
                <a:lnTo>
                  <a:pt x="7550" y="4634"/>
                </a:lnTo>
                <a:lnTo>
                  <a:pt x="7550" y="4199"/>
                </a:lnTo>
                <a:lnTo>
                  <a:pt x="7039" y="4199"/>
                </a:lnTo>
                <a:close/>
                <a:moveTo>
                  <a:pt x="6497" y="4199"/>
                </a:moveTo>
                <a:lnTo>
                  <a:pt x="6497" y="4634"/>
                </a:lnTo>
                <a:lnTo>
                  <a:pt x="7008" y="4634"/>
                </a:lnTo>
                <a:lnTo>
                  <a:pt x="7008" y="4199"/>
                </a:lnTo>
                <a:lnTo>
                  <a:pt x="6497" y="4199"/>
                </a:lnTo>
                <a:close/>
                <a:moveTo>
                  <a:pt x="5955" y="4199"/>
                </a:moveTo>
                <a:lnTo>
                  <a:pt x="5955" y="4634"/>
                </a:lnTo>
                <a:lnTo>
                  <a:pt x="6466" y="4634"/>
                </a:lnTo>
                <a:lnTo>
                  <a:pt x="6466" y="4199"/>
                </a:lnTo>
                <a:lnTo>
                  <a:pt x="5955" y="4199"/>
                </a:lnTo>
                <a:close/>
                <a:moveTo>
                  <a:pt x="5414" y="4199"/>
                </a:moveTo>
                <a:lnTo>
                  <a:pt x="5414" y="4634"/>
                </a:lnTo>
                <a:lnTo>
                  <a:pt x="5925" y="4634"/>
                </a:lnTo>
                <a:lnTo>
                  <a:pt x="5925" y="4199"/>
                </a:lnTo>
                <a:lnTo>
                  <a:pt x="5414" y="4199"/>
                </a:lnTo>
                <a:close/>
                <a:moveTo>
                  <a:pt x="4872" y="4199"/>
                </a:moveTo>
                <a:lnTo>
                  <a:pt x="4872" y="4634"/>
                </a:lnTo>
                <a:lnTo>
                  <a:pt x="5383" y="4634"/>
                </a:lnTo>
                <a:lnTo>
                  <a:pt x="5383" y="4199"/>
                </a:lnTo>
                <a:lnTo>
                  <a:pt x="4872" y="4199"/>
                </a:lnTo>
                <a:close/>
                <a:moveTo>
                  <a:pt x="4330" y="4199"/>
                </a:moveTo>
                <a:lnTo>
                  <a:pt x="4330" y="4634"/>
                </a:lnTo>
                <a:lnTo>
                  <a:pt x="4841" y="4634"/>
                </a:lnTo>
                <a:lnTo>
                  <a:pt x="4841" y="4199"/>
                </a:lnTo>
                <a:lnTo>
                  <a:pt x="4330" y="4199"/>
                </a:lnTo>
                <a:close/>
                <a:moveTo>
                  <a:pt x="3789" y="4199"/>
                </a:moveTo>
                <a:lnTo>
                  <a:pt x="3789" y="4634"/>
                </a:lnTo>
                <a:lnTo>
                  <a:pt x="4300" y="4634"/>
                </a:lnTo>
                <a:lnTo>
                  <a:pt x="4300" y="4199"/>
                </a:lnTo>
                <a:lnTo>
                  <a:pt x="3789" y="4199"/>
                </a:lnTo>
                <a:close/>
                <a:moveTo>
                  <a:pt x="3247" y="4199"/>
                </a:moveTo>
                <a:lnTo>
                  <a:pt x="3247" y="4634"/>
                </a:lnTo>
                <a:lnTo>
                  <a:pt x="3758" y="4634"/>
                </a:lnTo>
                <a:lnTo>
                  <a:pt x="3758" y="4199"/>
                </a:lnTo>
                <a:lnTo>
                  <a:pt x="3247" y="4199"/>
                </a:lnTo>
                <a:close/>
                <a:moveTo>
                  <a:pt x="2705" y="4199"/>
                </a:moveTo>
                <a:lnTo>
                  <a:pt x="2705" y="4634"/>
                </a:lnTo>
                <a:lnTo>
                  <a:pt x="3216" y="4634"/>
                </a:lnTo>
                <a:lnTo>
                  <a:pt x="3216" y="4199"/>
                </a:lnTo>
                <a:lnTo>
                  <a:pt x="2705" y="4199"/>
                </a:lnTo>
                <a:close/>
                <a:moveTo>
                  <a:pt x="2164" y="4199"/>
                </a:moveTo>
                <a:lnTo>
                  <a:pt x="2164" y="4634"/>
                </a:lnTo>
                <a:lnTo>
                  <a:pt x="2675" y="4634"/>
                </a:lnTo>
                <a:lnTo>
                  <a:pt x="2675" y="4199"/>
                </a:lnTo>
                <a:lnTo>
                  <a:pt x="2164" y="4199"/>
                </a:lnTo>
                <a:close/>
                <a:moveTo>
                  <a:pt x="1622" y="4199"/>
                </a:moveTo>
                <a:lnTo>
                  <a:pt x="1622" y="4634"/>
                </a:lnTo>
                <a:lnTo>
                  <a:pt x="2133" y="4634"/>
                </a:lnTo>
                <a:lnTo>
                  <a:pt x="2133" y="4199"/>
                </a:lnTo>
                <a:lnTo>
                  <a:pt x="1622" y="4199"/>
                </a:lnTo>
                <a:close/>
                <a:moveTo>
                  <a:pt x="1080" y="4199"/>
                </a:moveTo>
                <a:lnTo>
                  <a:pt x="1080" y="4634"/>
                </a:lnTo>
                <a:lnTo>
                  <a:pt x="1591" y="4634"/>
                </a:lnTo>
                <a:lnTo>
                  <a:pt x="1591" y="4199"/>
                </a:lnTo>
                <a:lnTo>
                  <a:pt x="1080" y="4199"/>
                </a:lnTo>
                <a:close/>
                <a:moveTo>
                  <a:pt x="539" y="4199"/>
                </a:moveTo>
                <a:lnTo>
                  <a:pt x="539" y="4634"/>
                </a:lnTo>
                <a:lnTo>
                  <a:pt x="1049" y="4634"/>
                </a:lnTo>
                <a:lnTo>
                  <a:pt x="1049" y="4199"/>
                </a:lnTo>
                <a:lnTo>
                  <a:pt x="539" y="4199"/>
                </a:lnTo>
                <a:close/>
                <a:moveTo>
                  <a:pt x="31" y="4199"/>
                </a:moveTo>
                <a:lnTo>
                  <a:pt x="31" y="4634"/>
                </a:lnTo>
                <a:lnTo>
                  <a:pt x="508" y="4634"/>
                </a:lnTo>
                <a:lnTo>
                  <a:pt x="508" y="4199"/>
                </a:lnTo>
                <a:lnTo>
                  <a:pt x="31" y="4199"/>
                </a:lnTo>
                <a:close/>
                <a:moveTo>
                  <a:pt x="14622" y="3735"/>
                </a:moveTo>
                <a:lnTo>
                  <a:pt x="14622" y="4170"/>
                </a:lnTo>
                <a:lnTo>
                  <a:pt x="15133" y="4170"/>
                </a:lnTo>
                <a:lnTo>
                  <a:pt x="15133" y="3735"/>
                </a:lnTo>
                <a:lnTo>
                  <a:pt x="14622" y="3735"/>
                </a:lnTo>
                <a:close/>
                <a:moveTo>
                  <a:pt x="14081" y="3735"/>
                </a:moveTo>
                <a:lnTo>
                  <a:pt x="14081" y="4170"/>
                </a:lnTo>
                <a:lnTo>
                  <a:pt x="14592" y="4170"/>
                </a:lnTo>
                <a:lnTo>
                  <a:pt x="14592" y="3735"/>
                </a:lnTo>
                <a:lnTo>
                  <a:pt x="14081" y="3735"/>
                </a:lnTo>
                <a:close/>
                <a:moveTo>
                  <a:pt x="13539" y="3735"/>
                </a:moveTo>
                <a:lnTo>
                  <a:pt x="13539" y="4170"/>
                </a:lnTo>
                <a:lnTo>
                  <a:pt x="14050" y="4170"/>
                </a:lnTo>
                <a:lnTo>
                  <a:pt x="14050" y="3735"/>
                </a:lnTo>
                <a:lnTo>
                  <a:pt x="13539" y="3735"/>
                </a:lnTo>
                <a:close/>
                <a:moveTo>
                  <a:pt x="12997" y="3735"/>
                </a:moveTo>
                <a:lnTo>
                  <a:pt x="12997" y="4170"/>
                </a:lnTo>
                <a:lnTo>
                  <a:pt x="13508" y="4170"/>
                </a:lnTo>
                <a:lnTo>
                  <a:pt x="13508" y="3735"/>
                </a:lnTo>
                <a:lnTo>
                  <a:pt x="12997" y="3735"/>
                </a:lnTo>
                <a:close/>
                <a:moveTo>
                  <a:pt x="12456" y="3735"/>
                </a:moveTo>
                <a:lnTo>
                  <a:pt x="12456" y="4170"/>
                </a:lnTo>
                <a:lnTo>
                  <a:pt x="12967" y="4170"/>
                </a:lnTo>
                <a:lnTo>
                  <a:pt x="12967" y="3735"/>
                </a:lnTo>
                <a:lnTo>
                  <a:pt x="12456" y="3735"/>
                </a:lnTo>
                <a:close/>
                <a:moveTo>
                  <a:pt x="11914" y="3735"/>
                </a:moveTo>
                <a:lnTo>
                  <a:pt x="11914" y="4170"/>
                </a:lnTo>
                <a:lnTo>
                  <a:pt x="12425" y="4170"/>
                </a:lnTo>
                <a:lnTo>
                  <a:pt x="12425" y="3735"/>
                </a:lnTo>
                <a:lnTo>
                  <a:pt x="11914" y="3735"/>
                </a:lnTo>
                <a:close/>
                <a:moveTo>
                  <a:pt x="11372" y="3735"/>
                </a:moveTo>
                <a:lnTo>
                  <a:pt x="11372" y="4170"/>
                </a:lnTo>
                <a:lnTo>
                  <a:pt x="11883" y="4170"/>
                </a:lnTo>
                <a:lnTo>
                  <a:pt x="11883" y="3735"/>
                </a:lnTo>
                <a:lnTo>
                  <a:pt x="11372" y="3735"/>
                </a:lnTo>
                <a:close/>
                <a:moveTo>
                  <a:pt x="10831" y="3735"/>
                </a:moveTo>
                <a:lnTo>
                  <a:pt x="10831" y="4170"/>
                </a:lnTo>
                <a:lnTo>
                  <a:pt x="11341" y="4170"/>
                </a:lnTo>
                <a:lnTo>
                  <a:pt x="11341" y="3735"/>
                </a:lnTo>
                <a:lnTo>
                  <a:pt x="10831" y="3735"/>
                </a:lnTo>
                <a:close/>
                <a:moveTo>
                  <a:pt x="10289" y="3735"/>
                </a:moveTo>
                <a:lnTo>
                  <a:pt x="10289" y="4170"/>
                </a:lnTo>
                <a:lnTo>
                  <a:pt x="10800" y="4170"/>
                </a:lnTo>
                <a:lnTo>
                  <a:pt x="10800" y="3735"/>
                </a:lnTo>
                <a:lnTo>
                  <a:pt x="10289" y="3735"/>
                </a:lnTo>
                <a:close/>
                <a:moveTo>
                  <a:pt x="9747" y="3735"/>
                </a:moveTo>
                <a:lnTo>
                  <a:pt x="9747" y="4170"/>
                </a:lnTo>
                <a:lnTo>
                  <a:pt x="10258" y="4170"/>
                </a:lnTo>
                <a:lnTo>
                  <a:pt x="10258" y="3735"/>
                </a:lnTo>
                <a:lnTo>
                  <a:pt x="9747" y="3735"/>
                </a:lnTo>
                <a:close/>
                <a:moveTo>
                  <a:pt x="9206" y="3735"/>
                </a:moveTo>
                <a:lnTo>
                  <a:pt x="9206" y="4170"/>
                </a:lnTo>
                <a:lnTo>
                  <a:pt x="9716" y="4170"/>
                </a:lnTo>
                <a:lnTo>
                  <a:pt x="9716" y="3735"/>
                </a:lnTo>
                <a:lnTo>
                  <a:pt x="9206" y="3735"/>
                </a:lnTo>
                <a:close/>
                <a:moveTo>
                  <a:pt x="8664" y="3735"/>
                </a:moveTo>
                <a:lnTo>
                  <a:pt x="8664" y="4170"/>
                </a:lnTo>
                <a:lnTo>
                  <a:pt x="9175" y="4170"/>
                </a:lnTo>
                <a:lnTo>
                  <a:pt x="9175" y="3735"/>
                </a:lnTo>
                <a:lnTo>
                  <a:pt x="8664" y="3735"/>
                </a:lnTo>
                <a:close/>
                <a:moveTo>
                  <a:pt x="8122" y="3735"/>
                </a:moveTo>
                <a:lnTo>
                  <a:pt x="8122" y="4170"/>
                </a:lnTo>
                <a:lnTo>
                  <a:pt x="8633" y="4170"/>
                </a:lnTo>
                <a:lnTo>
                  <a:pt x="8633" y="3735"/>
                </a:lnTo>
                <a:lnTo>
                  <a:pt x="8122" y="3735"/>
                </a:lnTo>
                <a:close/>
                <a:moveTo>
                  <a:pt x="7581" y="3735"/>
                </a:moveTo>
                <a:lnTo>
                  <a:pt x="7581" y="4170"/>
                </a:lnTo>
                <a:lnTo>
                  <a:pt x="8091" y="4170"/>
                </a:lnTo>
                <a:lnTo>
                  <a:pt x="8091" y="3735"/>
                </a:lnTo>
                <a:lnTo>
                  <a:pt x="7581" y="3735"/>
                </a:lnTo>
                <a:close/>
                <a:moveTo>
                  <a:pt x="7039" y="3735"/>
                </a:moveTo>
                <a:lnTo>
                  <a:pt x="7039" y="4170"/>
                </a:lnTo>
                <a:lnTo>
                  <a:pt x="7550" y="4170"/>
                </a:lnTo>
                <a:lnTo>
                  <a:pt x="7550" y="3735"/>
                </a:lnTo>
                <a:lnTo>
                  <a:pt x="7039" y="3735"/>
                </a:lnTo>
                <a:close/>
                <a:moveTo>
                  <a:pt x="6497" y="3735"/>
                </a:moveTo>
                <a:lnTo>
                  <a:pt x="6497" y="4170"/>
                </a:lnTo>
                <a:lnTo>
                  <a:pt x="7008" y="4170"/>
                </a:lnTo>
                <a:lnTo>
                  <a:pt x="7008" y="3735"/>
                </a:lnTo>
                <a:lnTo>
                  <a:pt x="6497" y="3735"/>
                </a:lnTo>
                <a:close/>
                <a:moveTo>
                  <a:pt x="5955" y="3735"/>
                </a:moveTo>
                <a:lnTo>
                  <a:pt x="5955" y="4170"/>
                </a:lnTo>
                <a:lnTo>
                  <a:pt x="6466" y="4170"/>
                </a:lnTo>
                <a:lnTo>
                  <a:pt x="6466" y="3735"/>
                </a:lnTo>
                <a:lnTo>
                  <a:pt x="5955" y="3735"/>
                </a:lnTo>
                <a:close/>
                <a:moveTo>
                  <a:pt x="5414" y="3735"/>
                </a:moveTo>
                <a:lnTo>
                  <a:pt x="5414" y="4170"/>
                </a:lnTo>
                <a:lnTo>
                  <a:pt x="5925" y="4170"/>
                </a:lnTo>
                <a:lnTo>
                  <a:pt x="5925" y="3735"/>
                </a:lnTo>
                <a:lnTo>
                  <a:pt x="5414" y="3735"/>
                </a:lnTo>
                <a:close/>
                <a:moveTo>
                  <a:pt x="4872" y="3735"/>
                </a:moveTo>
                <a:lnTo>
                  <a:pt x="4872" y="4170"/>
                </a:lnTo>
                <a:lnTo>
                  <a:pt x="5383" y="4170"/>
                </a:lnTo>
                <a:lnTo>
                  <a:pt x="5383" y="3735"/>
                </a:lnTo>
                <a:lnTo>
                  <a:pt x="4872" y="3735"/>
                </a:lnTo>
                <a:close/>
                <a:moveTo>
                  <a:pt x="4330" y="3735"/>
                </a:moveTo>
                <a:lnTo>
                  <a:pt x="4330" y="4170"/>
                </a:lnTo>
                <a:lnTo>
                  <a:pt x="4841" y="4170"/>
                </a:lnTo>
                <a:lnTo>
                  <a:pt x="4841" y="3735"/>
                </a:lnTo>
                <a:lnTo>
                  <a:pt x="4330" y="3735"/>
                </a:lnTo>
                <a:close/>
                <a:moveTo>
                  <a:pt x="3789" y="3735"/>
                </a:moveTo>
                <a:lnTo>
                  <a:pt x="3789" y="4170"/>
                </a:lnTo>
                <a:lnTo>
                  <a:pt x="4300" y="4170"/>
                </a:lnTo>
                <a:lnTo>
                  <a:pt x="4300" y="3735"/>
                </a:lnTo>
                <a:lnTo>
                  <a:pt x="3789" y="3735"/>
                </a:lnTo>
                <a:close/>
                <a:moveTo>
                  <a:pt x="3247" y="3735"/>
                </a:moveTo>
                <a:lnTo>
                  <a:pt x="3247" y="4170"/>
                </a:lnTo>
                <a:lnTo>
                  <a:pt x="3758" y="4170"/>
                </a:lnTo>
                <a:lnTo>
                  <a:pt x="3758" y="3735"/>
                </a:lnTo>
                <a:lnTo>
                  <a:pt x="3247" y="3735"/>
                </a:lnTo>
                <a:close/>
                <a:moveTo>
                  <a:pt x="2705" y="3735"/>
                </a:moveTo>
                <a:lnTo>
                  <a:pt x="2705" y="4170"/>
                </a:lnTo>
                <a:lnTo>
                  <a:pt x="3216" y="4170"/>
                </a:lnTo>
                <a:lnTo>
                  <a:pt x="3216" y="3735"/>
                </a:lnTo>
                <a:lnTo>
                  <a:pt x="2705" y="3735"/>
                </a:lnTo>
                <a:close/>
                <a:moveTo>
                  <a:pt x="2164" y="3735"/>
                </a:moveTo>
                <a:lnTo>
                  <a:pt x="2164" y="4170"/>
                </a:lnTo>
                <a:lnTo>
                  <a:pt x="2675" y="4170"/>
                </a:lnTo>
                <a:lnTo>
                  <a:pt x="2675" y="3735"/>
                </a:lnTo>
                <a:lnTo>
                  <a:pt x="2164" y="3735"/>
                </a:lnTo>
                <a:close/>
                <a:moveTo>
                  <a:pt x="1622" y="3735"/>
                </a:moveTo>
                <a:lnTo>
                  <a:pt x="1622" y="4170"/>
                </a:lnTo>
                <a:lnTo>
                  <a:pt x="2133" y="4170"/>
                </a:lnTo>
                <a:lnTo>
                  <a:pt x="2133" y="3735"/>
                </a:lnTo>
                <a:lnTo>
                  <a:pt x="1622" y="3735"/>
                </a:lnTo>
                <a:close/>
                <a:moveTo>
                  <a:pt x="1080" y="3735"/>
                </a:moveTo>
                <a:lnTo>
                  <a:pt x="1080" y="4170"/>
                </a:lnTo>
                <a:lnTo>
                  <a:pt x="1591" y="4170"/>
                </a:lnTo>
                <a:lnTo>
                  <a:pt x="1591" y="3735"/>
                </a:lnTo>
                <a:lnTo>
                  <a:pt x="1080" y="3735"/>
                </a:lnTo>
                <a:close/>
                <a:moveTo>
                  <a:pt x="539" y="3735"/>
                </a:moveTo>
                <a:lnTo>
                  <a:pt x="539" y="4170"/>
                </a:lnTo>
                <a:lnTo>
                  <a:pt x="1049" y="4170"/>
                </a:lnTo>
                <a:lnTo>
                  <a:pt x="1049" y="3735"/>
                </a:lnTo>
                <a:lnTo>
                  <a:pt x="539" y="3735"/>
                </a:lnTo>
                <a:close/>
                <a:moveTo>
                  <a:pt x="31" y="3735"/>
                </a:moveTo>
                <a:lnTo>
                  <a:pt x="31" y="4170"/>
                </a:lnTo>
                <a:lnTo>
                  <a:pt x="508" y="4170"/>
                </a:lnTo>
                <a:lnTo>
                  <a:pt x="508" y="3735"/>
                </a:lnTo>
                <a:lnTo>
                  <a:pt x="31" y="3735"/>
                </a:lnTo>
                <a:close/>
                <a:moveTo>
                  <a:pt x="14622" y="3271"/>
                </a:moveTo>
                <a:lnTo>
                  <a:pt x="14622" y="3706"/>
                </a:lnTo>
                <a:lnTo>
                  <a:pt x="15133" y="3706"/>
                </a:lnTo>
                <a:lnTo>
                  <a:pt x="15133" y="3271"/>
                </a:lnTo>
                <a:lnTo>
                  <a:pt x="14622" y="3271"/>
                </a:lnTo>
                <a:close/>
                <a:moveTo>
                  <a:pt x="14081" y="3271"/>
                </a:moveTo>
                <a:lnTo>
                  <a:pt x="14081" y="3706"/>
                </a:lnTo>
                <a:lnTo>
                  <a:pt x="14592" y="3706"/>
                </a:lnTo>
                <a:lnTo>
                  <a:pt x="14592" y="3271"/>
                </a:lnTo>
                <a:lnTo>
                  <a:pt x="14081" y="3271"/>
                </a:lnTo>
                <a:close/>
                <a:moveTo>
                  <a:pt x="13539" y="3271"/>
                </a:moveTo>
                <a:lnTo>
                  <a:pt x="13539" y="3706"/>
                </a:lnTo>
                <a:lnTo>
                  <a:pt x="14050" y="3706"/>
                </a:lnTo>
                <a:lnTo>
                  <a:pt x="14050" y="3271"/>
                </a:lnTo>
                <a:lnTo>
                  <a:pt x="13539" y="3271"/>
                </a:lnTo>
                <a:close/>
                <a:moveTo>
                  <a:pt x="12997" y="3271"/>
                </a:moveTo>
                <a:lnTo>
                  <a:pt x="12997" y="3706"/>
                </a:lnTo>
                <a:lnTo>
                  <a:pt x="13508" y="3706"/>
                </a:lnTo>
                <a:lnTo>
                  <a:pt x="13508" y="3271"/>
                </a:lnTo>
                <a:lnTo>
                  <a:pt x="12997" y="3271"/>
                </a:lnTo>
                <a:close/>
                <a:moveTo>
                  <a:pt x="12456" y="3271"/>
                </a:moveTo>
                <a:lnTo>
                  <a:pt x="12456" y="3706"/>
                </a:lnTo>
                <a:lnTo>
                  <a:pt x="12967" y="3706"/>
                </a:lnTo>
                <a:lnTo>
                  <a:pt x="12967" y="3271"/>
                </a:lnTo>
                <a:lnTo>
                  <a:pt x="12456" y="3271"/>
                </a:lnTo>
                <a:close/>
                <a:moveTo>
                  <a:pt x="11914" y="3271"/>
                </a:moveTo>
                <a:lnTo>
                  <a:pt x="11914" y="3706"/>
                </a:lnTo>
                <a:lnTo>
                  <a:pt x="12425" y="3706"/>
                </a:lnTo>
                <a:lnTo>
                  <a:pt x="12425" y="3271"/>
                </a:lnTo>
                <a:lnTo>
                  <a:pt x="11914" y="3271"/>
                </a:lnTo>
                <a:close/>
                <a:moveTo>
                  <a:pt x="11372" y="3271"/>
                </a:moveTo>
                <a:lnTo>
                  <a:pt x="11372" y="3706"/>
                </a:lnTo>
                <a:lnTo>
                  <a:pt x="11883" y="3706"/>
                </a:lnTo>
                <a:lnTo>
                  <a:pt x="11883" y="3271"/>
                </a:lnTo>
                <a:lnTo>
                  <a:pt x="11372" y="3271"/>
                </a:lnTo>
                <a:close/>
                <a:moveTo>
                  <a:pt x="10831" y="3271"/>
                </a:moveTo>
                <a:lnTo>
                  <a:pt x="10831" y="3706"/>
                </a:lnTo>
                <a:lnTo>
                  <a:pt x="11341" y="3706"/>
                </a:lnTo>
                <a:lnTo>
                  <a:pt x="11341" y="3271"/>
                </a:lnTo>
                <a:lnTo>
                  <a:pt x="10831" y="3271"/>
                </a:lnTo>
                <a:close/>
                <a:moveTo>
                  <a:pt x="10289" y="3271"/>
                </a:moveTo>
                <a:lnTo>
                  <a:pt x="10289" y="3706"/>
                </a:lnTo>
                <a:lnTo>
                  <a:pt x="10800" y="3706"/>
                </a:lnTo>
                <a:lnTo>
                  <a:pt x="10800" y="3271"/>
                </a:lnTo>
                <a:lnTo>
                  <a:pt x="10289" y="3271"/>
                </a:lnTo>
                <a:close/>
                <a:moveTo>
                  <a:pt x="9747" y="3271"/>
                </a:moveTo>
                <a:lnTo>
                  <a:pt x="9747" y="3706"/>
                </a:lnTo>
                <a:lnTo>
                  <a:pt x="10258" y="3706"/>
                </a:lnTo>
                <a:lnTo>
                  <a:pt x="10258" y="3271"/>
                </a:lnTo>
                <a:lnTo>
                  <a:pt x="9747" y="3271"/>
                </a:lnTo>
                <a:close/>
                <a:moveTo>
                  <a:pt x="9206" y="3271"/>
                </a:moveTo>
                <a:lnTo>
                  <a:pt x="9206" y="3706"/>
                </a:lnTo>
                <a:lnTo>
                  <a:pt x="9716" y="3706"/>
                </a:lnTo>
                <a:lnTo>
                  <a:pt x="9716" y="3271"/>
                </a:lnTo>
                <a:lnTo>
                  <a:pt x="9206" y="3271"/>
                </a:lnTo>
                <a:close/>
                <a:moveTo>
                  <a:pt x="8664" y="3271"/>
                </a:moveTo>
                <a:lnTo>
                  <a:pt x="8664" y="3706"/>
                </a:lnTo>
                <a:lnTo>
                  <a:pt x="9175" y="3706"/>
                </a:lnTo>
                <a:lnTo>
                  <a:pt x="9175" y="3271"/>
                </a:lnTo>
                <a:lnTo>
                  <a:pt x="8664" y="3271"/>
                </a:lnTo>
                <a:close/>
                <a:moveTo>
                  <a:pt x="8122" y="3271"/>
                </a:moveTo>
                <a:lnTo>
                  <a:pt x="8122" y="3706"/>
                </a:lnTo>
                <a:lnTo>
                  <a:pt x="8633" y="3706"/>
                </a:lnTo>
                <a:lnTo>
                  <a:pt x="8633" y="3271"/>
                </a:lnTo>
                <a:lnTo>
                  <a:pt x="8122" y="3271"/>
                </a:lnTo>
                <a:close/>
                <a:moveTo>
                  <a:pt x="7581" y="3271"/>
                </a:moveTo>
                <a:lnTo>
                  <a:pt x="7581" y="3706"/>
                </a:lnTo>
                <a:lnTo>
                  <a:pt x="8091" y="3706"/>
                </a:lnTo>
                <a:lnTo>
                  <a:pt x="8091" y="3271"/>
                </a:lnTo>
                <a:lnTo>
                  <a:pt x="7581" y="3271"/>
                </a:lnTo>
                <a:close/>
                <a:moveTo>
                  <a:pt x="7039" y="3271"/>
                </a:moveTo>
                <a:lnTo>
                  <a:pt x="7039" y="3706"/>
                </a:lnTo>
                <a:lnTo>
                  <a:pt x="7550" y="3706"/>
                </a:lnTo>
                <a:lnTo>
                  <a:pt x="7550" y="3271"/>
                </a:lnTo>
                <a:lnTo>
                  <a:pt x="7039" y="3271"/>
                </a:lnTo>
                <a:close/>
                <a:moveTo>
                  <a:pt x="6497" y="3271"/>
                </a:moveTo>
                <a:lnTo>
                  <a:pt x="6497" y="3706"/>
                </a:lnTo>
                <a:lnTo>
                  <a:pt x="7008" y="3706"/>
                </a:lnTo>
                <a:lnTo>
                  <a:pt x="7008" y="3271"/>
                </a:lnTo>
                <a:lnTo>
                  <a:pt x="6497" y="3271"/>
                </a:lnTo>
                <a:close/>
                <a:moveTo>
                  <a:pt x="5955" y="3271"/>
                </a:moveTo>
                <a:lnTo>
                  <a:pt x="5955" y="3706"/>
                </a:lnTo>
                <a:lnTo>
                  <a:pt x="6466" y="3706"/>
                </a:lnTo>
                <a:lnTo>
                  <a:pt x="6466" y="3271"/>
                </a:lnTo>
                <a:lnTo>
                  <a:pt x="5955" y="3271"/>
                </a:lnTo>
                <a:close/>
                <a:moveTo>
                  <a:pt x="5414" y="3271"/>
                </a:moveTo>
                <a:lnTo>
                  <a:pt x="5414" y="3706"/>
                </a:lnTo>
                <a:lnTo>
                  <a:pt x="5925" y="3706"/>
                </a:lnTo>
                <a:lnTo>
                  <a:pt x="5925" y="3271"/>
                </a:lnTo>
                <a:lnTo>
                  <a:pt x="5414" y="3271"/>
                </a:lnTo>
                <a:close/>
                <a:moveTo>
                  <a:pt x="4872" y="3271"/>
                </a:moveTo>
                <a:lnTo>
                  <a:pt x="4872" y="3706"/>
                </a:lnTo>
                <a:lnTo>
                  <a:pt x="5383" y="3706"/>
                </a:lnTo>
                <a:lnTo>
                  <a:pt x="5383" y="3271"/>
                </a:lnTo>
                <a:lnTo>
                  <a:pt x="4872" y="3271"/>
                </a:lnTo>
                <a:close/>
                <a:moveTo>
                  <a:pt x="4330" y="3271"/>
                </a:moveTo>
                <a:lnTo>
                  <a:pt x="4330" y="3706"/>
                </a:lnTo>
                <a:lnTo>
                  <a:pt x="4841" y="3706"/>
                </a:lnTo>
                <a:lnTo>
                  <a:pt x="4841" y="3271"/>
                </a:lnTo>
                <a:lnTo>
                  <a:pt x="4330" y="3271"/>
                </a:lnTo>
                <a:close/>
                <a:moveTo>
                  <a:pt x="3789" y="3271"/>
                </a:moveTo>
                <a:lnTo>
                  <a:pt x="3789" y="3706"/>
                </a:lnTo>
                <a:lnTo>
                  <a:pt x="4300" y="3706"/>
                </a:lnTo>
                <a:lnTo>
                  <a:pt x="4300" y="3271"/>
                </a:lnTo>
                <a:lnTo>
                  <a:pt x="3789" y="3271"/>
                </a:lnTo>
                <a:close/>
                <a:moveTo>
                  <a:pt x="3247" y="3271"/>
                </a:moveTo>
                <a:lnTo>
                  <a:pt x="3247" y="3706"/>
                </a:lnTo>
                <a:lnTo>
                  <a:pt x="3758" y="3706"/>
                </a:lnTo>
                <a:lnTo>
                  <a:pt x="3758" y="3271"/>
                </a:lnTo>
                <a:lnTo>
                  <a:pt x="3247" y="3271"/>
                </a:lnTo>
                <a:close/>
                <a:moveTo>
                  <a:pt x="2705" y="3271"/>
                </a:moveTo>
                <a:lnTo>
                  <a:pt x="2705" y="3706"/>
                </a:lnTo>
                <a:lnTo>
                  <a:pt x="3216" y="3706"/>
                </a:lnTo>
                <a:lnTo>
                  <a:pt x="3216" y="3271"/>
                </a:lnTo>
                <a:lnTo>
                  <a:pt x="2705" y="3271"/>
                </a:lnTo>
                <a:close/>
                <a:moveTo>
                  <a:pt x="2164" y="3271"/>
                </a:moveTo>
                <a:lnTo>
                  <a:pt x="2164" y="3706"/>
                </a:lnTo>
                <a:lnTo>
                  <a:pt x="2675" y="3706"/>
                </a:lnTo>
                <a:lnTo>
                  <a:pt x="2675" y="3271"/>
                </a:lnTo>
                <a:lnTo>
                  <a:pt x="2164" y="3271"/>
                </a:lnTo>
                <a:close/>
                <a:moveTo>
                  <a:pt x="1622" y="3271"/>
                </a:moveTo>
                <a:lnTo>
                  <a:pt x="1622" y="3706"/>
                </a:lnTo>
                <a:lnTo>
                  <a:pt x="2133" y="3706"/>
                </a:lnTo>
                <a:lnTo>
                  <a:pt x="2133" y="3271"/>
                </a:lnTo>
                <a:lnTo>
                  <a:pt x="1622" y="3271"/>
                </a:lnTo>
                <a:close/>
                <a:moveTo>
                  <a:pt x="1080" y="3271"/>
                </a:moveTo>
                <a:lnTo>
                  <a:pt x="1080" y="3706"/>
                </a:lnTo>
                <a:lnTo>
                  <a:pt x="1591" y="3706"/>
                </a:lnTo>
                <a:lnTo>
                  <a:pt x="1591" y="3271"/>
                </a:lnTo>
                <a:lnTo>
                  <a:pt x="1080" y="3271"/>
                </a:lnTo>
                <a:close/>
                <a:moveTo>
                  <a:pt x="539" y="3271"/>
                </a:moveTo>
                <a:lnTo>
                  <a:pt x="539" y="3706"/>
                </a:lnTo>
                <a:lnTo>
                  <a:pt x="1049" y="3706"/>
                </a:lnTo>
                <a:lnTo>
                  <a:pt x="1049" y="3271"/>
                </a:lnTo>
                <a:lnTo>
                  <a:pt x="539" y="3271"/>
                </a:lnTo>
                <a:close/>
                <a:moveTo>
                  <a:pt x="31" y="3271"/>
                </a:moveTo>
                <a:lnTo>
                  <a:pt x="31" y="3706"/>
                </a:lnTo>
                <a:lnTo>
                  <a:pt x="508" y="3706"/>
                </a:lnTo>
                <a:lnTo>
                  <a:pt x="508" y="3271"/>
                </a:lnTo>
                <a:lnTo>
                  <a:pt x="31" y="3271"/>
                </a:lnTo>
                <a:close/>
                <a:moveTo>
                  <a:pt x="14622" y="2807"/>
                </a:moveTo>
                <a:lnTo>
                  <a:pt x="14622" y="3243"/>
                </a:lnTo>
                <a:lnTo>
                  <a:pt x="15133" y="3243"/>
                </a:lnTo>
                <a:lnTo>
                  <a:pt x="15133" y="2807"/>
                </a:lnTo>
                <a:lnTo>
                  <a:pt x="14622" y="2807"/>
                </a:lnTo>
                <a:close/>
                <a:moveTo>
                  <a:pt x="14081" y="2807"/>
                </a:moveTo>
                <a:lnTo>
                  <a:pt x="14081" y="3243"/>
                </a:lnTo>
                <a:lnTo>
                  <a:pt x="14592" y="3243"/>
                </a:lnTo>
                <a:lnTo>
                  <a:pt x="14592" y="2807"/>
                </a:lnTo>
                <a:lnTo>
                  <a:pt x="14081" y="2807"/>
                </a:lnTo>
                <a:close/>
                <a:moveTo>
                  <a:pt x="13539" y="2807"/>
                </a:moveTo>
                <a:lnTo>
                  <a:pt x="13539" y="3243"/>
                </a:lnTo>
                <a:lnTo>
                  <a:pt x="14050" y="3243"/>
                </a:lnTo>
                <a:lnTo>
                  <a:pt x="14050" y="2807"/>
                </a:lnTo>
                <a:lnTo>
                  <a:pt x="13539" y="2807"/>
                </a:lnTo>
                <a:close/>
                <a:moveTo>
                  <a:pt x="12997" y="2807"/>
                </a:moveTo>
                <a:lnTo>
                  <a:pt x="12997" y="3243"/>
                </a:lnTo>
                <a:lnTo>
                  <a:pt x="13508" y="3243"/>
                </a:lnTo>
                <a:lnTo>
                  <a:pt x="13508" y="2807"/>
                </a:lnTo>
                <a:lnTo>
                  <a:pt x="12997" y="2807"/>
                </a:lnTo>
                <a:close/>
                <a:moveTo>
                  <a:pt x="12456" y="2807"/>
                </a:moveTo>
                <a:lnTo>
                  <a:pt x="12456" y="3243"/>
                </a:lnTo>
                <a:lnTo>
                  <a:pt x="12967" y="3243"/>
                </a:lnTo>
                <a:lnTo>
                  <a:pt x="12967" y="2807"/>
                </a:lnTo>
                <a:lnTo>
                  <a:pt x="12456" y="2807"/>
                </a:lnTo>
                <a:close/>
                <a:moveTo>
                  <a:pt x="11914" y="2807"/>
                </a:moveTo>
                <a:lnTo>
                  <a:pt x="11914" y="3243"/>
                </a:lnTo>
                <a:lnTo>
                  <a:pt x="12425" y="3243"/>
                </a:lnTo>
                <a:lnTo>
                  <a:pt x="12425" y="2807"/>
                </a:lnTo>
                <a:lnTo>
                  <a:pt x="11914" y="2807"/>
                </a:lnTo>
                <a:close/>
                <a:moveTo>
                  <a:pt x="11372" y="2807"/>
                </a:moveTo>
                <a:lnTo>
                  <a:pt x="11372" y="3243"/>
                </a:lnTo>
                <a:lnTo>
                  <a:pt x="11883" y="3243"/>
                </a:lnTo>
                <a:lnTo>
                  <a:pt x="11883" y="2807"/>
                </a:lnTo>
                <a:lnTo>
                  <a:pt x="11372" y="2807"/>
                </a:lnTo>
                <a:close/>
                <a:moveTo>
                  <a:pt x="10831" y="2807"/>
                </a:moveTo>
                <a:lnTo>
                  <a:pt x="10831" y="3243"/>
                </a:lnTo>
                <a:lnTo>
                  <a:pt x="11341" y="3243"/>
                </a:lnTo>
                <a:lnTo>
                  <a:pt x="11341" y="2807"/>
                </a:lnTo>
                <a:lnTo>
                  <a:pt x="10831" y="2807"/>
                </a:lnTo>
                <a:close/>
                <a:moveTo>
                  <a:pt x="10289" y="2807"/>
                </a:moveTo>
                <a:lnTo>
                  <a:pt x="10289" y="3243"/>
                </a:lnTo>
                <a:lnTo>
                  <a:pt x="10800" y="3243"/>
                </a:lnTo>
                <a:lnTo>
                  <a:pt x="10800" y="2807"/>
                </a:lnTo>
                <a:lnTo>
                  <a:pt x="10289" y="2807"/>
                </a:lnTo>
                <a:close/>
                <a:moveTo>
                  <a:pt x="9747" y="2807"/>
                </a:moveTo>
                <a:lnTo>
                  <a:pt x="9747" y="3243"/>
                </a:lnTo>
                <a:lnTo>
                  <a:pt x="10258" y="3243"/>
                </a:lnTo>
                <a:lnTo>
                  <a:pt x="10258" y="2807"/>
                </a:lnTo>
                <a:lnTo>
                  <a:pt x="9747" y="2807"/>
                </a:lnTo>
                <a:close/>
                <a:moveTo>
                  <a:pt x="9206" y="2807"/>
                </a:moveTo>
                <a:lnTo>
                  <a:pt x="9206" y="3243"/>
                </a:lnTo>
                <a:lnTo>
                  <a:pt x="9716" y="3243"/>
                </a:lnTo>
                <a:lnTo>
                  <a:pt x="9716" y="2807"/>
                </a:lnTo>
                <a:lnTo>
                  <a:pt x="9206" y="2807"/>
                </a:lnTo>
                <a:close/>
                <a:moveTo>
                  <a:pt x="8664" y="2807"/>
                </a:moveTo>
                <a:lnTo>
                  <a:pt x="8664" y="3243"/>
                </a:lnTo>
                <a:lnTo>
                  <a:pt x="9175" y="3243"/>
                </a:lnTo>
                <a:lnTo>
                  <a:pt x="9175" y="2807"/>
                </a:lnTo>
                <a:lnTo>
                  <a:pt x="8664" y="2807"/>
                </a:lnTo>
                <a:close/>
                <a:moveTo>
                  <a:pt x="8122" y="2807"/>
                </a:moveTo>
                <a:lnTo>
                  <a:pt x="8122" y="3243"/>
                </a:lnTo>
                <a:lnTo>
                  <a:pt x="8633" y="3243"/>
                </a:lnTo>
                <a:lnTo>
                  <a:pt x="8633" y="2807"/>
                </a:lnTo>
                <a:lnTo>
                  <a:pt x="8122" y="2807"/>
                </a:lnTo>
                <a:close/>
                <a:moveTo>
                  <a:pt x="7581" y="2807"/>
                </a:moveTo>
                <a:lnTo>
                  <a:pt x="7581" y="3243"/>
                </a:lnTo>
                <a:lnTo>
                  <a:pt x="8091" y="3243"/>
                </a:lnTo>
                <a:lnTo>
                  <a:pt x="8091" y="2807"/>
                </a:lnTo>
                <a:lnTo>
                  <a:pt x="7581" y="2807"/>
                </a:lnTo>
                <a:close/>
                <a:moveTo>
                  <a:pt x="7039" y="2807"/>
                </a:moveTo>
                <a:lnTo>
                  <a:pt x="7039" y="3243"/>
                </a:lnTo>
                <a:lnTo>
                  <a:pt x="7550" y="3243"/>
                </a:lnTo>
                <a:lnTo>
                  <a:pt x="7550" y="2807"/>
                </a:lnTo>
                <a:lnTo>
                  <a:pt x="7039" y="2807"/>
                </a:lnTo>
                <a:close/>
                <a:moveTo>
                  <a:pt x="6497" y="2807"/>
                </a:moveTo>
                <a:lnTo>
                  <a:pt x="6497" y="3243"/>
                </a:lnTo>
                <a:lnTo>
                  <a:pt x="7008" y="3243"/>
                </a:lnTo>
                <a:lnTo>
                  <a:pt x="7008" y="2807"/>
                </a:lnTo>
                <a:lnTo>
                  <a:pt x="6497" y="2807"/>
                </a:lnTo>
                <a:close/>
                <a:moveTo>
                  <a:pt x="5955" y="2807"/>
                </a:moveTo>
                <a:lnTo>
                  <a:pt x="5955" y="3243"/>
                </a:lnTo>
                <a:lnTo>
                  <a:pt x="6466" y="3243"/>
                </a:lnTo>
                <a:lnTo>
                  <a:pt x="6466" y="2807"/>
                </a:lnTo>
                <a:lnTo>
                  <a:pt x="5955" y="2807"/>
                </a:lnTo>
                <a:close/>
                <a:moveTo>
                  <a:pt x="5414" y="2807"/>
                </a:moveTo>
                <a:lnTo>
                  <a:pt x="5414" y="3243"/>
                </a:lnTo>
                <a:lnTo>
                  <a:pt x="5925" y="3243"/>
                </a:lnTo>
                <a:lnTo>
                  <a:pt x="5925" y="2807"/>
                </a:lnTo>
                <a:lnTo>
                  <a:pt x="5414" y="2807"/>
                </a:lnTo>
                <a:close/>
                <a:moveTo>
                  <a:pt x="4872" y="2807"/>
                </a:moveTo>
                <a:lnTo>
                  <a:pt x="4872" y="3243"/>
                </a:lnTo>
                <a:lnTo>
                  <a:pt x="5383" y="3243"/>
                </a:lnTo>
                <a:lnTo>
                  <a:pt x="5383" y="2807"/>
                </a:lnTo>
                <a:lnTo>
                  <a:pt x="4872" y="2807"/>
                </a:lnTo>
                <a:close/>
                <a:moveTo>
                  <a:pt x="4330" y="2807"/>
                </a:moveTo>
                <a:lnTo>
                  <a:pt x="4330" y="3243"/>
                </a:lnTo>
                <a:lnTo>
                  <a:pt x="4841" y="3243"/>
                </a:lnTo>
                <a:lnTo>
                  <a:pt x="4841" y="2807"/>
                </a:lnTo>
                <a:lnTo>
                  <a:pt x="4330" y="2807"/>
                </a:lnTo>
                <a:close/>
                <a:moveTo>
                  <a:pt x="3789" y="2807"/>
                </a:moveTo>
                <a:lnTo>
                  <a:pt x="3789" y="3243"/>
                </a:lnTo>
                <a:lnTo>
                  <a:pt x="4300" y="3243"/>
                </a:lnTo>
                <a:lnTo>
                  <a:pt x="4300" y="2807"/>
                </a:lnTo>
                <a:lnTo>
                  <a:pt x="3789" y="2807"/>
                </a:lnTo>
                <a:close/>
                <a:moveTo>
                  <a:pt x="3247" y="2807"/>
                </a:moveTo>
                <a:lnTo>
                  <a:pt x="3247" y="3243"/>
                </a:lnTo>
                <a:lnTo>
                  <a:pt x="3758" y="3243"/>
                </a:lnTo>
                <a:lnTo>
                  <a:pt x="3758" y="2807"/>
                </a:lnTo>
                <a:lnTo>
                  <a:pt x="3247" y="2807"/>
                </a:lnTo>
                <a:close/>
                <a:moveTo>
                  <a:pt x="2705" y="2807"/>
                </a:moveTo>
                <a:lnTo>
                  <a:pt x="2705" y="3243"/>
                </a:lnTo>
                <a:lnTo>
                  <a:pt x="3216" y="3243"/>
                </a:lnTo>
                <a:lnTo>
                  <a:pt x="3216" y="2807"/>
                </a:lnTo>
                <a:lnTo>
                  <a:pt x="2705" y="2807"/>
                </a:lnTo>
                <a:close/>
                <a:moveTo>
                  <a:pt x="2164" y="2807"/>
                </a:moveTo>
                <a:lnTo>
                  <a:pt x="2164" y="3243"/>
                </a:lnTo>
                <a:lnTo>
                  <a:pt x="2675" y="3243"/>
                </a:lnTo>
                <a:lnTo>
                  <a:pt x="2675" y="2807"/>
                </a:lnTo>
                <a:lnTo>
                  <a:pt x="2164" y="2807"/>
                </a:lnTo>
                <a:close/>
                <a:moveTo>
                  <a:pt x="1622" y="2807"/>
                </a:moveTo>
                <a:lnTo>
                  <a:pt x="1622" y="3243"/>
                </a:lnTo>
                <a:lnTo>
                  <a:pt x="2133" y="3243"/>
                </a:lnTo>
                <a:lnTo>
                  <a:pt x="2133" y="2807"/>
                </a:lnTo>
                <a:lnTo>
                  <a:pt x="1622" y="2807"/>
                </a:lnTo>
                <a:close/>
                <a:moveTo>
                  <a:pt x="1080" y="2807"/>
                </a:moveTo>
                <a:lnTo>
                  <a:pt x="1080" y="3243"/>
                </a:lnTo>
                <a:lnTo>
                  <a:pt x="1591" y="3243"/>
                </a:lnTo>
                <a:lnTo>
                  <a:pt x="1591" y="2807"/>
                </a:lnTo>
                <a:lnTo>
                  <a:pt x="1080" y="2807"/>
                </a:lnTo>
                <a:close/>
                <a:moveTo>
                  <a:pt x="539" y="2807"/>
                </a:moveTo>
                <a:lnTo>
                  <a:pt x="539" y="3243"/>
                </a:lnTo>
                <a:lnTo>
                  <a:pt x="1049" y="3243"/>
                </a:lnTo>
                <a:lnTo>
                  <a:pt x="1049" y="2807"/>
                </a:lnTo>
                <a:lnTo>
                  <a:pt x="539" y="2807"/>
                </a:lnTo>
                <a:close/>
                <a:moveTo>
                  <a:pt x="31" y="2807"/>
                </a:moveTo>
                <a:lnTo>
                  <a:pt x="31" y="3243"/>
                </a:lnTo>
                <a:lnTo>
                  <a:pt x="508" y="3243"/>
                </a:lnTo>
                <a:lnTo>
                  <a:pt x="508" y="2807"/>
                </a:lnTo>
                <a:lnTo>
                  <a:pt x="31" y="2807"/>
                </a:lnTo>
                <a:close/>
                <a:moveTo>
                  <a:pt x="14622" y="2343"/>
                </a:moveTo>
                <a:lnTo>
                  <a:pt x="14622" y="2779"/>
                </a:lnTo>
                <a:lnTo>
                  <a:pt x="15133" y="2779"/>
                </a:lnTo>
                <a:lnTo>
                  <a:pt x="15133" y="2343"/>
                </a:lnTo>
                <a:lnTo>
                  <a:pt x="14622" y="2343"/>
                </a:lnTo>
                <a:close/>
                <a:moveTo>
                  <a:pt x="14081" y="2343"/>
                </a:moveTo>
                <a:lnTo>
                  <a:pt x="14081" y="2779"/>
                </a:lnTo>
                <a:lnTo>
                  <a:pt x="14592" y="2779"/>
                </a:lnTo>
                <a:lnTo>
                  <a:pt x="14592" y="2343"/>
                </a:lnTo>
                <a:lnTo>
                  <a:pt x="14081" y="2343"/>
                </a:lnTo>
                <a:close/>
                <a:moveTo>
                  <a:pt x="13539" y="2343"/>
                </a:moveTo>
                <a:lnTo>
                  <a:pt x="13539" y="2779"/>
                </a:lnTo>
                <a:lnTo>
                  <a:pt x="14050" y="2779"/>
                </a:lnTo>
                <a:lnTo>
                  <a:pt x="14050" y="2343"/>
                </a:lnTo>
                <a:lnTo>
                  <a:pt x="13539" y="2343"/>
                </a:lnTo>
                <a:close/>
                <a:moveTo>
                  <a:pt x="12997" y="2343"/>
                </a:moveTo>
                <a:lnTo>
                  <a:pt x="12997" y="2779"/>
                </a:lnTo>
                <a:lnTo>
                  <a:pt x="13508" y="2779"/>
                </a:lnTo>
                <a:lnTo>
                  <a:pt x="13508" y="2343"/>
                </a:lnTo>
                <a:lnTo>
                  <a:pt x="12997" y="2343"/>
                </a:lnTo>
                <a:close/>
                <a:moveTo>
                  <a:pt x="12456" y="2343"/>
                </a:moveTo>
                <a:lnTo>
                  <a:pt x="12456" y="2779"/>
                </a:lnTo>
                <a:lnTo>
                  <a:pt x="12967" y="2779"/>
                </a:lnTo>
                <a:lnTo>
                  <a:pt x="12967" y="2343"/>
                </a:lnTo>
                <a:lnTo>
                  <a:pt x="12456" y="2343"/>
                </a:lnTo>
                <a:close/>
                <a:moveTo>
                  <a:pt x="11914" y="2343"/>
                </a:moveTo>
                <a:lnTo>
                  <a:pt x="11914" y="2779"/>
                </a:lnTo>
                <a:lnTo>
                  <a:pt x="12425" y="2779"/>
                </a:lnTo>
                <a:lnTo>
                  <a:pt x="12425" y="2343"/>
                </a:lnTo>
                <a:lnTo>
                  <a:pt x="11914" y="2343"/>
                </a:lnTo>
                <a:close/>
                <a:moveTo>
                  <a:pt x="11372" y="2343"/>
                </a:moveTo>
                <a:lnTo>
                  <a:pt x="11372" y="2779"/>
                </a:lnTo>
                <a:lnTo>
                  <a:pt x="11883" y="2779"/>
                </a:lnTo>
                <a:lnTo>
                  <a:pt x="11883" y="2343"/>
                </a:lnTo>
                <a:lnTo>
                  <a:pt x="11372" y="2343"/>
                </a:lnTo>
                <a:close/>
                <a:moveTo>
                  <a:pt x="10831" y="2343"/>
                </a:moveTo>
                <a:lnTo>
                  <a:pt x="10831" y="2779"/>
                </a:lnTo>
                <a:lnTo>
                  <a:pt x="11341" y="2779"/>
                </a:lnTo>
                <a:lnTo>
                  <a:pt x="11341" y="2343"/>
                </a:lnTo>
                <a:lnTo>
                  <a:pt x="10831" y="2343"/>
                </a:lnTo>
                <a:close/>
                <a:moveTo>
                  <a:pt x="10289" y="2343"/>
                </a:moveTo>
                <a:lnTo>
                  <a:pt x="10289" y="2779"/>
                </a:lnTo>
                <a:lnTo>
                  <a:pt x="10800" y="2779"/>
                </a:lnTo>
                <a:lnTo>
                  <a:pt x="10800" y="2343"/>
                </a:lnTo>
                <a:lnTo>
                  <a:pt x="10289" y="2343"/>
                </a:lnTo>
                <a:close/>
                <a:moveTo>
                  <a:pt x="9747" y="2343"/>
                </a:moveTo>
                <a:lnTo>
                  <a:pt x="9747" y="2779"/>
                </a:lnTo>
                <a:lnTo>
                  <a:pt x="10258" y="2779"/>
                </a:lnTo>
                <a:lnTo>
                  <a:pt x="10258" y="2343"/>
                </a:lnTo>
                <a:lnTo>
                  <a:pt x="9747" y="2343"/>
                </a:lnTo>
                <a:close/>
                <a:moveTo>
                  <a:pt x="9206" y="2343"/>
                </a:moveTo>
                <a:lnTo>
                  <a:pt x="9206" y="2779"/>
                </a:lnTo>
                <a:lnTo>
                  <a:pt x="9716" y="2779"/>
                </a:lnTo>
                <a:lnTo>
                  <a:pt x="9716" y="2343"/>
                </a:lnTo>
                <a:lnTo>
                  <a:pt x="9206" y="2343"/>
                </a:lnTo>
                <a:close/>
                <a:moveTo>
                  <a:pt x="8664" y="2343"/>
                </a:moveTo>
                <a:lnTo>
                  <a:pt x="8664" y="2779"/>
                </a:lnTo>
                <a:lnTo>
                  <a:pt x="9175" y="2779"/>
                </a:lnTo>
                <a:lnTo>
                  <a:pt x="9175" y="2343"/>
                </a:lnTo>
                <a:lnTo>
                  <a:pt x="8664" y="2343"/>
                </a:lnTo>
                <a:close/>
                <a:moveTo>
                  <a:pt x="8122" y="2343"/>
                </a:moveTo>
                <a:lnTo>
                  <a:pt x="8122" y="2779"/>
                </a:lnTo>
                <a:lnTo>
                  <a:pt x="8633" y="2779"/>
                </a:lnTo>
                <a:lnTo>
                  <a:pt x="8633" y="2343"/>
                </a:lnTo>
                <a:lnTo>
                  <a:pt x="8122" y="2343"/>
                </a:lnTo>
                <a:close/>
                <a:moveTo>
                  <a:pt x="7581" y="2343"/>
                </a:moveTo>
                <a:lnTo>
                  <a:pt x="7581" y="2779"/>
                </a:lnTo>
                <a:lnTo>
                  <a:pt x="8091" y="2779"/>
                </a:lnTo>
                <a:lnTo>
                  <a:pt x="8091" y="2343"/>
                </a:lnTo>
                <a:lnTo>
                  <a:pt x="7581" y="2343"/>
                </a:lnTo>
                <a:close/>
                <a:moveTo>
                  <a:pt x="7039" y="2343"/>
                </a:moveTo>
                <a:lnTo>
                  <a:pt x="7039" y="2779"/>
                </a:lnTo>
                <a:lnTo>
                  <a:pt x="7550" y="2779"/>
                </a:lnTo>
                <a:lnTo>
                  <a:pt x="7550" y="2343"/>
                </a:lnTo>
                <a:lnTo>
                  <a:pt x="7039" y="2343"/>
                </a:lnTo>
                <a:close/>
                <a:moveTo>
                  <a:pt x="6497" y="2343"/>
                </a:moveTo>
                <a:lnTo>
                  <a:pt x="6497" y="2779"/>
                </a:lnTo>
                <a:lnTo>
                  <a:pt x="7008" y="2779"/>
                </a:lnTo>
                <a:lnTo>
                  <a:pt x="7008" y="2343"/>
                </a:lnTo>
                <a:lnTo>
                  <a:pt x="6497" y="2343"/>
                </a:lnTo>
                <a:close/>
                <a:moveTo>
                  <a:pt x="5955" y="2343"/>
                </a:moveTo>
                <a:lnTo>
                  <a:pt x="5955" y="2779"/>
                </a:lnTo>
                <a:lnTo>
                  <a:pt x="6466" y="2779"/>
                </a:lnTo>
                <a:lnTo>
                  <a:pt x="6466" y="2343"/>
                </a:lnTo>
                <a:lnTo>
                  <a:pt x="5955" y="2343"/>
                </a:lnTo>
                <a:close/>
                <a:moveTo>
                  <a:pt x="5414" y="2343"/>
                </a:moveTo>
                <a:lnTo>
                  <a:pt x="5414" y="2779"/>
                </a:lnTo>
                <a:lnTo>
                  <a:pt x="5925" y="2779"/>
                </a:lnTo>
                <a:lnTo>
                  <a:pt x="5925" y="2343"/>
                </a:lnTo>
                <a:lnTo>
                  <a:pt x="5414" y="2343"/>
                </a:lnTo>
                <a:close/>
                <a:moveTo>
                  <a:pt x="4872" y="2343"/>
                </a:moveTo>
                <a:lnTo>
                  <a:pt x="4872" y="2779"/>
                </a:lnTo>
                <a:lnTo>
                  <a:pt x="5383" y="2779"/>
                </a:lnTo>
                <a:lnTo>
                  <a:pt x="5383" y="2343"/>
                </a:lnTo>
                <a:lnTo>
                  <a:pt x="4872" y="2343"/>
                </a:lnTo>
                <a:close/>
                <a:moveTo>
                  <a:pt x="4330" y="2343"/>
                </a:moveTo>
                <a:lnTo>
                  <a:pt x="4330" y="2779"/>
                </a:lnTo>
                <a:lnTo>
                  <a:pt x="4841" y="2779"/>
                </a:lnTo>
                <a:lnTo>
                  <a:pt x="4841" y="2343"/>
                </a:lnTo>
                <a:lnTo>
                  <a:pt x="4330" y="2343"/>
                </a:lnTo>
                <a:close/>
                <a:moveTo>
                  <a:pt x="3789" y="2343"/>
                </a:moveTo>
                <a:lnTo>
                  <a:pt x="3789" y="2779"/>
                </a:lnTo>
                <a:lnTo>
                  <a:pt x="4300" y="2779"/>
                </a:lnTo>
                <a:lnTo>
                  <a:pt x="4300" y="2343"/>
                </a:lnTo>
                <a:lnTo>
                  <a:pt x="3789" y="2343"/>
                </a:lnTo>
                <a:close/>
                <a:moveTo>
                  <a:pt x="3247" y="2343"/>
                </a:moveTo>
                <a:lnTo>
                  <a:pt x="3247" y="2779"/>
                </a:lnTo>
                <a:lnTo>
                  <a:pt x="3758" y="2779"/>
                </a:lnTo>
                <a:lnTo>
                  <a:pt x="3758" y="2343"/>
                </a:lnTo>
                <a:lnTo>
                  <a:pt x="3247" y="2343"/>
                </a:lnTo>
                <a:close/>
                <a:moveTo>
                  <a:pt x="2705" y="2343"/>
                </a:moveTo>
                <a:lnTo>
                  <a:pt x="2705" y="2779"/>
                </a:lnTo>
                <a:lnTo>
                  <a:pt x="3216" y="2779"/>
                </a:lnTo>
                <a:lnTo>
                  <a:pt x="3216" y="2343"/>
                </a:lnTo>
                <a:lnTo>
                  <a:pt x="2705" y="2343"/>
                </a:lnTo>
                <a:close/>
                <a:moveTo>
                  <a:pt x="2164" y="2343"/>
                </a:moveTo>
                <a:lnTo>
                  <a:pt x="2164" y="2779"/>
                </a:lnTo>
                <a:lnTo>
                  <a:pt x="2675" y="2779"/>
                </a:lnTo>
                <a:lnTo>
                  <a:pt x="2675" y="2343"/>
                </a:lnTo>
                <a:lnTo>
                  <a:pt x="2164" y="2343"/>
                </a:lnTo>
                <a:close/>
                <a:moveTo>
                  <a:pt x="1622" y="2343"/>
                </a:moveTo>
                <a:lnTo>
                  <a:pt x="1622" y="2779"/>
                </a:lnTo>
                <a:lnTo>
                  <a:pt x="2133" y="2779"/>
                </a:lnTo>
                <a:lnTo>
                  <a:pt x="2133" y="2343"/>
                </a:lnTo>
                <a:lnTo>
                  <a:pt x="1622" y="2343"/>
                </a:lnTo>
                <a:close/>
                <a:moveTo>
                  <a:pt x="1080" y="2343"/>
                </a:moveTo>
                <a:lnTo>
                  <a:pt x="1080" y="2779"/>
                </a:lnTo>
                <a:lnTo>
                  <a:pt x="1591" y="2779"/>
                </a:lnTo>
                <a:lnTo>
                  <a:pt x="1591" y="2343"/>
                </a:lnTo>
                <a:lnTo>
                  <a:pt x="1080" y="2343"/>
                </a:lnTo>
                <a:close/>
                <a:moveTo>
                  <a:pt x="539" y="2343"/>
                </a:moveTo>
                <a:lnTo>
                  <a:pt x="539" y="2779"/>
                </a:lnTo>
                <a:lnTo>
                  <a:pt x="1049" y="2779"/>
                </a:lnTo>
                <a:lnTo>
                  <a:pt x="1049" y="2343"/>
                </a:lnTo>
                <a:lnTo>
                  <a:pt x="539" y="2343"/>
                </a:lnTo>
                <a:close/>
                <a:moveTo>
                  <a:pt x="31" y="2343"/>
                </a:moveTo>
                <a:lnTo>
                  <a:pt x="31" y="2779"/>
                </a:lnTo>
                <a:lnTo>
                  <a:pt x="508" y="2779"/>
                </a:lnTo>
                <a:lnTo>
                  <a:pt x="508" y="2343"/>
                </a:lnTo>
                <a:lnTo>
                  <a:pt x="31" y="2343"/>
                </a:lnTo>
                <a:close/>
                <a:moveTo>
                  <a:pt x="14622" y="1879"/>
                </a:moveTo>
                <a:lnTo>
                  <a:pt x="14622" y="2315"/>
                </a:lnTo>
                <a:lnTo>
                  <a:pt x="15133" y="2315"/>
                </a:lnTo>
                <a:lnTo>
                  <a:pt x="15133" y="1879"/>
                </a:lnTo>
                <a:lnTo>
                  <a:pt x="14622" y="1879"/>
                </a:lnTo>
                <a:close/>
                <a:moveTo>
                  <a:pt x="14081" y="1879"/>
                </a:moveTo>
                <a:lnTo>
                  <a:pt x="14081" y="2315"/>
                </a:lnTo>
                <a:lnTo>
                  <a:pt x="14592" y="2315"/>
                </a:lnTo>
                <a:lnTo>
                  <a:pt x="14592" y="1879"/>
                </a:lnTo>
                <a:lnTo>
                  <a:pt x="14081" y="1879"/>
                </a:lnTo>
                <a:close/>
                <a:moveTo>
                  <a:pt x="13539" y="1879"/>
                </a:moveTo>
                <a:lnTo>
                  <a:pt x="13539" y="2315"/>
                </a:lnTo>
                <a:lnTo>
                  <a:pt x="14050" y="2315"/>
                </a:lnTo>
                <a:lnTo>
                  <a:pt x="14050" y="1879"/>
                </a:lnTo>
                <a:lnTo>
                  <a:pt x="13539" y="1879"/>
                </a:lnTo>
                <a:close/>
                <a:moveTo>
                  <a:pt x="12997" y="1879"/>
                </a:moveTo>
                <a:lnTo>
                  <a:pt x="12997" y="2315"/>
                </a:lnTo>
                <a:lnTo>
                  <a:pt x="13508" y="2315"/>
                </a:lnTo>
                <a:lnTo>
                  <a:pt x="13508" y="1879"/>
                </a:lnTo>
                <a:lnTo>
                  <a:pt x="12997" y="1879"/>
                </a:lnTo>
                <a:close/>
                <a:moveTo>
                  <a:pt x="12456" y="1879"/>
                </a:moveTo>
                <a:lnTo>
                  <a:pt x="12456" y="2315"/>
                </a:lnTo>
                <a:lnTo>
                  <a:pt x="12967" y="2315"/>
                </a:lnTo>
                <a:lnTo>
                  <a:pt x="12967" y="1879"/>
                </a:lnTo>
                <a:lnTo>
                  <a:pt x="12456" y="1879"/>
                </a:lnTo>
                <a:close/>
                <a:moveTo>
                  <a:pt x="11914" y="1879"/>
                </a:moveTo>
                <a:lnTo>
                  <a:pt x="11914" y="2315"/>
                </a:lnTo>
                <a:lnTo>
                  <a:pt x="12425" y="2315"/>
                </a:lnTo>
                <a:lnTo>
                  <a:pt x="12425" y="1879"/>
                </a:lnTo>
                <a:lnTo>
                  <a:pt x="11914" y="1879"/>
                </a:lnTo>
                <a:close/>
                <a:moveTo>
                  <a:pt x="11372" y="1879"/>
                </a:moveTo>
                <a:lnTo>
                  <a:pt x="11372" y="2315"/>
                </a:lnTo>
                <a:lnTo>
                  <a:pt x="11883" y="2315"/>
                </a:lnTo>
                <a:lnTo>
                  <a:pt x="11883" y="1879"/>
                </a:lnTo>
                <a:lnTo>
                  <a:pt x="11372" y="1879"/>
                </a:lnTo>
                <a:close/>
                <a:moveTo>
                  <a:pt x="10831" y="1879"/>
                </a:moveTo>
                <a:lnTo>
                  <a:pt x="10831" y="2315"/>
                </a:lnTo>
                <a:lnTo>
                  <a:pt x="11341" y="2315"/>
                </a:lnTo>
                <a:lnTo>
                  <a:pt x="11341" y="1879"/>
                </a:lnTo>
                <a:lnTo>
                  <a:pt x="10831" y="1879"/>
                </a:lnTo>
                <a:close/>
                <a:moveTo>
                  <a:pt x="10289" y="1879"/>
                </a:moveTo>
                <a:lnTo>
                  <a:pt x="10289" y="2315"/>
                </a:lnTo>
                <a:lnTo>
                  <a:pt x="10800" y="2315"/>
                </a:lnTo>
                <a:lnTo>
                  <a:pt x="10800" y="1879"/>
                </a:lnTo>
                <a:lnTo>
                  <a:pt x="10289" y="1879"/>
                </a:lnTo>
                <a:close/>
                <a:moveTo>
                  <a:pt x="9747" y="1879"/>
                </a:moveTo>
                <a:lnTo>
                  <a:pt x="9747" y="2315"/>
                </a:lnTo>
                <a:lnTo>
                  <a:pt x="10258" y="2315"/>
                </a:lnTo>
                <a:lnTo>
                  <a:pt x="10258" y="1879"/>
                </a:lnTo>
                <a:lnTo>
                  <a:pt x="9747" y="1879"/>
                </a:lnTo>
                <a:close/>
                <a:moveTo>
                  <a:pt x="9206" y="1879"/>
                </a:moveTo>
                <a:lnTo>
                  <a:pt x="9206" y="2315"/>
                </a:lnTo>
                <a:lnTo>
                  <a:pt x="9716" y="2315"/>
                </a:lnTo>
                <a:lnTo>
                  <a:pt x="9716" y="1879"/>
                </a:lnTo>
                <a:lnTo>
                  <a:pt x="9206" y="1879"/>
                </a:lnTo>
                <a:close/>
                <a:moveTo>
                  <a:pt x="8664" y="1879"/>
                </a:moveTo>
                <a:lnTo>
                  <a:pt x="8664" y="2315"/>
                </a:lnTo>
                <a:lnTo>
                  <a:pt x="9175" y="2315"/>
                </a:lnTo>
                <a:lnTo>
                  <a:pt x="9175" y="1879"/>
                </a:lnTo>
                <a:lnTo>
                  <a:pt x="8664" y="1879"/>
                </a:lnTo>
                <a:close/>
                <a:moveTo>
                  <a:pt x="8122" y="1879"/>
                </a:moveTo>
                <a:lnTo>
                  <a:pt x="8122" y="2315"/>
                </a:lnTo>
                <a:lnTo>
                  <a:pt x="8633" y="2315"/>
                </a:lnTo>
                <a:lnTo>
                  <a:pt x="8633" y="1879"/>
                </a:lnTo>
                <a:lnTo>
                  <a:pt x="8122" y="1879"/>
                </a:lnTo>
                <a:close/>
                <a:moveTo>
                  <a:pt x="7581" y="1879"/>
                </a:moveTo>
                <a:lnTo>
                  <a:pt x="7581" y="2315"/>
                </a:lnTo>
                <a:lnTo>
                  <a:pt x="8091" y="2315"/>
                </a:lnTo>
                <a:lnTo>
                  <a:pt x="8091" y="1879"/>
                </a:lnTo>
                <a:lnTo>
                  <a:pt x="7581" y="1879"/>
                </a:lnTo>
                <a:close/>
                <a:moveTo>
                  <a:pt x="7039" y="1879"/>
                </a:moveTo>
                <a:lnTo>
                  <a:pt x="7039" y="2315"/>
                </a:lnTo>
                <a:lnTo>
                  <a:pt x="7550" y="2315"/>
                </a:lnTo>
                <a:lnTo>
                  <a:pt x="7550" y="1879"/>
                </a:lnTo>
                <a:lnTo>
                  <a:pt x="7039" y="1879"/>
                </a:lnTo>
                <a:close/>
                <a:moveTo>
                  <a:pt x="6497" y="1879"/>
                </a:moveTo>
                <a:lnTo>
                  <a:pt x="6497" y="2315"/>
                </a:lnTo>
                <a:lnTo>
                  <a:pt x="7008" y="2315"/>
                </a:lnTo>
                <a:lnTo>
                  <a:pt x="7008" y="1879"/>
                </a:lnTo>
                <a:lnTo>
                  <a:pt x="6497" y="1879"/>
                </a:lnTo>
                <a:close/>
                <a:moveTo>
                  <a:pt x="5955" y="1879"/>
                </a:moveTo>
                <a:lnTo>
                  <a:pt x="5955" y="2315"/>
                </a:lnTo>
                <a:lnTo>
                  <a:pt x="6466" y="2315"/>
                </a:lnTo>
                <a:lnTo>
                  <a:pt x="6466" y="1879"/>
                </a:lnTo>
                <a:lnTo>
                  <a:pt x="5955" y="1879"/>
                </a:lnTo>
                <a:close/>
                <a:moveTo>
                  <a:pt x="5414" y="1879"/>
                </a:moveTo>
                <a:lnTo>
                  <a:pt x="5414" y="2315"/>
                </a:lnTo>
                <a:lnTo>
                  <a:pt x="5925" y="2315"/>
                </a:lnTo>
                <a:lnTo>
                  <a:pt x="5925" y="1879"/>
                </a:lnTo>
                <a:lnTo>
                  <a:pt x="5414" y="1879"/>
                </a:lnTo>
                <a:close/>
                <a:moveTo>
                  <a:pt x="4872" y="1879"/>
                </a:moveTo>
                <a:lnTo>
                  <a:pt x="4872" y="2315"/>
                </a:lnTo>
                <a:lnTo>
                  <a:pt x="5383" y="2315"/>
                </a:lnTo>
                <a:lnTo>
                  <a:pt x="5383" y="1879"/>
                </a:lnTo>
                <a:lnTo>
                  <a:pt x="4872" y="1879"/>
                </a:lnTo>
                <a:close/>
                <a:moveTo>
                  <a:pt x="4330" y="1879"/>
                </a:moveTo>
                <a:lnTo>
                  <a:pt x="4330" y="2315"/>
                </a:lnTo>
                <a:lnTo>
                  <a:pt x="4841" y="2315"/>
                </a:lnTo>
                <a:lnTo>
                  <a:pt x="4841" y="1879"/>
                </a:lnTo>
                <a:lnTo>
                  <a:pt x="4330" y="1879"/>
                </a:lnTo>
                <a:close/>
                <a:moveTo>
                  <a:pt x="3789" y="1879"/>
                </a:moveTo>
                <a:lnTo>
                  <a:pt x="3789" y="2315"/>
                </a:lnTo>
                <a:lnTo>
                  <a:pt x="4300" y="2315"/>
                </a:lnTo>
                <a:lnTo>
                  <a:pt x="4300" y="1879"/>
                </a:lnTo>
                <a:lnTo>
                  <a:pt x="3789" y="1879"/>
                </a:lnTo>
                <a:close/>
                <a:moveTo>
                  <a:pt x="3247" y="1879"/>
                </a:moveTo>
                <a:lnTo>
                  <a:pt x="3247" y="2315"/>
                </a:lnTo>
                <a:lnTo>
                  <a:pt x="3758" y="2315"/>
                </a:lnTo>
                <a:lnTo>
                  <a:pt x="3758" y="1879"/>
                </a:lnTo>
                <a:lnTo>
                  <a:pt x="3247" y="1879"/>
                </a:lnTo>
                <a:close/>
                <a:moveTo>
                  <a:pt x="2705" y="1879"/>
                </a:moveTo>
                <a:lnTo>
                  <a:pt x="2705" y="2315"/>
                </a:lnTo>
                <a:lnTo>
                  <a:pt x="3216" y="2315"/>
                </a:lnTo>
                <a:lnTo>
                  <a:pt x="3216" y="1879"/>
                </a:lnTo>
                <a:lnTo>
                  <a:pt x="2705" y="1879"/>
                </a:lnTo>
                <a:close/>
                <a:moveTo>
                  <a:pt x="2164" y="1879"/>
                </a:moveTo>
                <a:lnTo>
                  <a:pt x="2164" y="2315"/>
                </a:lnTo>
                <a:lnTo>
                  <a:pt x="2675" y="2315"/>
                </a:lnTo>
                <a:lnTo>
                  <a:pt x="2675" y="1879"/>
                </a:lnTo>
                <a:lnTo>
                  <a:pt x="2164" y="1879"/>
                </a:lnTo>
                <a:close/>
                <a:moveTo>
                  <a:pt x="1622" y="1879"/>
                </a:moveTo>
                <a:lnTo>
                  <a:pt x="1622" y="2315"/>
                </a:lnTo>
                <a:lnTo>
                  <a:pt x="2133" y="2315"/>
                </a:lnTo>
                <a:lnTo>
                  <a:pt x="2133" y="1879"/>
                </a:lnTo>
                <a:lnTo>
                  <a:pt x="1622" y="1879"/>
                </a:lnTo>
                <a:close/>
                <a:moveTo>
                  <a:pt x="1080" y="1879"/>
                </a:moveTo>
                <a:lnTo>
                  <a:pt x="1080" y="2315"/>
                </a:lnTo>
                <a:lnTo>
                  <a:pt x="1591" y="2315"/>
                </a:lnTo>
                <a:lnTo>
                  <a:pt x="1591" y="1879"/>
                </a:lnTo>
                <a:lnTo>
                  <a:pt x="1080" y="1879"/>
                </a:lnTo>
                <a:close/>
                <a:moveTo>
                  <a:pt x="539" y="1879"/>
                </a:moveTo>
                <a:lnTo>
                  <a:pt x="539" y="2315"/>
                </a:lnTo>
                <a:lnTo>
                  <a:pt x="1049" y="2315"/>
                </a:lnTo>
                <a:lnTo>
                  <a:pt x="1049" y="1879"/>
                </a:lnTo>
                <a:lnTo>
                  <a:pt x="539" y="1879"/>
                </a:lnTo>
                <a:close/>
                <a:moveTo>
                  <a:pt x="31" y="1879"/>
                </a:moveTo>
                <a:lnTo>
                  <a:pt x="31" y="2315"/>
                </a:lnTo>
                <a:lnTo>
                  <a:pt x="508" y="2315"/>
                </a:lnTo>
                <a:lnTo>
                  <a:pt x="508" y="1879"/>
                </a:lnTo>
                <a:lnTo>
                  <a:pt x="31" y="1879"/>
                </a:lnTo>
                <a:close/>
                <a:moveTo>
                  <a:pt x="14622" y="1416"/>
                </a:moveTo>
                <a:lnTo>
                  <a:pt x="14622" y="1851"/>
                </a:lnTo>
                <a:lnTo>
                  <a:pt x="15133" y="1851"/>
                </a:lnTo>
                <a:lnTo>
                  <a:pt x="15133" y="1416"/>
                </a:lnTo>
                <a:lnTo>
                  <a:pt x="14622" y="1416"/>
                </a:lnTo>
                <a:close/>
                <a:moveTo>
                  <a:pt x="14081" y="1416"/>
                </a:moveTo>
                <a:lnTo>
                  <a:pt x="14081" y="1851"/>
                </a:lnTo>
                <a:lnTo>
                  <a:pt x="14592" y="1851"/>
                </a:lnTo>
                <a:lnTo>
                  <a:pt x="14592" y="1416"/>
                </a:lnTo>
                <a:lnTo>
                  <a:pt x="14081" y="1416"/>
                </a:lnTo>
                <a:close/>
                <a:moveTo>
                  <a:pt x="13539" y="1416"/>
                </a:moveTo>
                <a:lnTo>
                  <a:pt x="13539" y="1851"/>
                </a:lnTo>
                <a:lnTo>
                  <a:pt x="14050" y="1851"/>
                </a:lnTo>
                <a:lnTo>
                  <a:pt x="14050" y="1416"/>
                </a:lnTo>
                <a:lnTo>
                  <a:pt x="13539" y="1416"/>
                </a:lnTo>
                <a:close/>
                <a:moveTo>
                  <a:pt x="12997" y="1416"/>
                </a:moveTo>
                <a:lnTo>
                  <a:pt x="12997" y="1851"/>
                </a:lnTo>
                <a:lnTo>
                  <a:pt x="13508" y="1851"/>
                </a:lnTo>
                <a:lnTo>
                  <a:pt x="13508" y="1416"/>
                </a:lnTo>
                <a:lnTo>
                  <a:pt x="12997" y="1416"/>
                </a:lnTo>
                <a:close/>
                <a:moveTo>
                  <a:pt x="12456" y="1416"/>
                </a:moveTo>
                <a:lnTo>
                  <a:pt x="12456" y="1851"/>
                </a:lnTo>
                <a:lnTo>
                  <a:pt x="12967" y="1851"/>
                </a:lnTo>
                <a:lnTo>
                  <a:pt x="12967" y="1416"/>
                </a:lnTo>
                <a:lnTo>
                  <a:pt x="12456" y="1416"/>
                </a:lnTo>
                <a:close/>
                <a:moveTo>
                  <a:pt x="11914" y="1416"/>
                </a:moveTo>
                <a:lnTo>
                  <a:pt x="11914" y="1851"/>
                </a:lnTo>
                <a:lnTo>
                  <a:pt x="12425" y="1851"/>
                </a:lnTo>
                <a:lnTo>
                  <a:pt x="12425" y="1416"/>
                </a:lnTo>
                <a:lnTo>
                  <a:pt x="11914" y="1416"/>
                </a:lnTo>
                <a:close/>
                <a:moveTo>
                  <a:pt x="11372" y="1416"/>
                </a:moveTo>
                <a:lnTo>
                  <a:pt x="11372" y="1851"/>
                </a:lnTo>
                <a:lnTo>
                  <a:pt x="11883" y="1851"/>
                </a:lnTo>
                <a:lnTo>
                  <a:pt x="11883" y="1416"/>
                </a:lnTo>
                <a:lnTo>
                  <a:pt x="11372" y="1416"/>
                </a:lnTo>
                <a:close/>
                <a:moveTo>
                  <a:pt x="10831" y="1416"/>
                </a:moveTo>
                <a:lnTo>
                  <a:pt x="10831" y="1851"/>
                </a:lnTo>
                <a:lnTo>
                  <a:pt x="11341" y="1851"/>
                </a:lnTo>
                <a:lnTo>
                  <a:pt x="11341" y="1416"/>
                </a:lnTo>
                <a:lnTo>
                  <a:pt x="10831" y="1416"/>
                </a:lnTo>
                <a:close/>
                <a:moveTo>
                  <a:pt x="10289" y="1416"/>
                </a:moveTo>
                <a:lnTo>
                  <a:pt x="10289" y="1851"/>
                </a:lnTo>
                <a:lnTo>
                  <a:pt x="10800" y="1851"/>
                </a:lnTo>
                <a:lnTo>
                  <a:pt x="10800" y="1416"/>
                </a:lnTo>
                <a:lnTo>
                  <a:pt x="10289" y="1416"/>
                </a:lnTo>
                <a:close/>
                <a:moveTo>
                  <a:pt x="9747" y="1416"/>
                </a:moveTo>
                <a:lnTo>
                  <a:pt x="9747" y="1851"/>
                </a:lnTo>
                <a:lnTo>
                  <a:pt x="10258" y="1851"/>
                </a:lnTo>
                <a:lnTo>
                  <a:pt x="10258" y="1416"/>
                </a:lnTo>
                <a:lnTo>
                  <a:pt x="9747" y="1416"/>
                </a:lnTo>
                <a:close/>
                <a:moveTo>
                  <a:pt x="9206" y="1416"/>
                </a:moveTo>
                <a:lnTo>
                  <a:pt x="9206" y="1851"/>
                </a:lnTo>
                <a:lnTo>
                  <a:pt x="9716" y="1851"/>
                </a:lnTo>
                <a:lnTo>
                  <a:pt x="9716" y="1416"/>
                </a:lnTo>
                <a:lnTo>
                  <a:pt x="9206" y="1416"/>
                </a:lnTo>
                <a:close/>
                <a:moveTo>
                  <a:pt x="8664" y="1416"/>
                </a:moveTo>
                <a:lnTo>
                  <a:pt x="8664" y="1851"/>
                </a:lnTo>
                <a:lnTo>
                  <a:pt x="9175" y="1851"/>
                </a:lnTo>
                <a:lnTo>
                  <a:pt x="9175" y="1416"/>
                </a:lnTo>
                <a:lnTo>
                  <a:pt x="8664" y="1416"/>
                </a:lnTo>
                <a:close/>
                <a:moveTo>
                  <a:pt x="8122" y="1416"/>
                </a:moveTo>
                <a:lnTo>
                  <a:pt x="8122" y="1851"/>
                </a:lnTo>
                <a:lnTo>
                  <a:pt x="8633" y="1851"/>
                </a:lnTo>
                <a:lnTo>
                  <a:pt x="8633" y="1416"/>
                </a:lnTo>
                <a:lnTo>
                  <a:pt x="8122" y="1416"/>
                </a:lnTo>
                <a:close/>
                <a:moveTo>
                  <a:pt x="7581" y="1416"/>
                </a:moveTo>
                <a:lnTo>
                  <a:pt x="7581" y="1851"/>
                </a:lnTo>
                <a:lnTo>
                  <a:pt x="8091" y="1851"/>
                </a:lnTo>
                <a:lnTo>
                  <a:pt x="8091" y="1416"/>
                </a:lnTo>
                <a:lnTo>
                  <a:pt x="7581" y="1416"/>
                </a:lnTo>
                <a:close/>
                <a:moveTo>
                  <a:pt x="7039" y="1416"/>
                </a:moveTo>
                <a:lnTo>
                  <a:pt x="7039" y="1851"/>
                </a:lnTo>
                <a:lnTo>
                  <a:pt x="7550" y="1851"/>
                </a:lnTo>
                <a:lnTo>
                  <a:pt x="7550" y="1416"/>
                </a:lnTo>
                <a:lnTo>
                  <a:pt x="7039" y="1416"/>
                </a:lnTo>
                <a:close/>
                <a:moveTo>
                  <a:pt x="6497" y="1416"/>
                </a:moveTo>
                <a:lnTo>
                  <a:pt x="6497" y="1851"/>
                </a:lnTo>
                <a:lnTo>
                  <a:pt x="7008" y="1851"/>
                </a:lnTo>
                <a:lnTo>
                  <a:pt x="7008" y="1416"/>
                </a:lnTo>
                <a:lnTo>
                  <a:pt x="6497" y="1416"/>
                </a:lnTo>
                <a:close/>
                <a:moveTo>
                  <a:pt x="5955" y="1416"/>
                </a:moveTo>
                <a:lnTo>
                  <a:pt x="5955" y="1851"/>
                </a:lnTo>
                <a:lnTo>
                  <a:pt x="6466" y="1851"/>
                </a:lnTo>
                <a:lnTo>
                  <a:pt x="6466" y="1416"/>
                </a:lnTo>
                <a:lnTo>
                  <a:pt x="5955" y="1416"/>
                </a:lnTo>
                <a:close/>
                <a:moveTo>
                  <a:pt x="5414" y="1416"/>
                </a:moveTo>
                <a:lnTo>
                  <a:pt x="5414" y="1851"/>
                </a:lnTo>
                <a:lnTo>
                  <a:pt x="5925" y="1851"/>
                </a:lnTo>
                <a:lnTo>
                  <a:pt x="5925" y="1416"/>
                </a:lnTo>
                <a:lnTo>
                  <a:pt x="5414" y="1416"/>
                </a:lnTo>
                <a:close/>
                <a:moveTo>
                  <a:pt x="4872" y="1416"/>
                </a:moveTo>
                <a:lnTo>
                  <a:pt x="4872" y="1851"/>
                </a:lnTo>
                <a:lnTo>
                  <a:pt x="5383" y="1851"/>
                </a:lnTo>
                <a:lnTo>
                  <a:pt x="5383" y="1416"/>
                </a:lnTo>
                <a:lnTo>
                  <a:pt x="4872" y="1416"/>
                </a:lnTo>
                <a:close/>
                <a:moveTo>
                  <a:pt x="4330" y="1416"/>
                </a:moveTo>
                <a:lnTo>
                  <a:pt x="4330" y="1851"/>
                </a:lnTo>
                <a:lnTo>
                  <a:pt x="4841" y="1851"/>
                </a:lnTo>
                <a:lnTo>
                  <a:pt x="4841" y="1416"/>
                </a:lnTo>
                <a:lnTo>
                  <a:pt x="4330" y="1416"/>
                </a:lnTo>
                <a:close/>
                <a:moveTo>
                  <a:pt x="3789" y="1416"/>
                </a:moveTo>
                <a:lnTo>
                  <a:pt x="3789" y="1851"/>
                </a:lnTo>
                <a:lnTo>
                  <a:pt x="4300" y="1851"/>
                </a:lnTo>
                <a:lnTo>
                  <a:pt x="4300" y="1416"/>
                </a:lnTo>
                <a:lnTo>
                  <a:pt x="3789" y="1416"/>
                </a:lnTo>
                <a:close/>
                <a:moveTo>
                  <a:pt x="3247" y="1416"/>
                </a:moveTo>
                <a:lnTo>
                  <a:pt x="3247" y="1851"/>
                </a:lnTo>
                <a:lnTo>
                  <a:pt x="3758" y="1851"/>
                </a:lnTo>
                <a:lnTo>
                  <a:pt x="3758" y="1416"/>
                </a:lnTo>
                <a:lnTo>
                  <a:pt x="3247" y="1416"/>
                </a:lnTo>
                <a:close/>
                <a:moveTo>
                  <a:pt x="2705" y="1416"/>
                </a:moveTo>
                <a:lnTo>
                  <a:pt x="2705" y="1851"/>
                </a:lnTo>
                <a:lnTo>
                  <a:pt x="3216" y="1851"/>
                </a:lnTo>
                <a:lnTo>
                  <a:pt x="3216" y="1416"/>
                </a:lnTo>
                <a:lnTo>
                  <a:pt x="2705" y="1416"/>
                </a:lnTo>
                <a:close/>
                <a:moveTo>
                  <a:pt x="2164" y="1416"/>
                </a:moveTo>
                <a:lnTo>
                  <a:pt x="2164" y="1851"/>
                </a:lnTo>
                <a:lnTo>
                  <a:pt x="2675" y="1851"/>
                </a:lnTo>
                <a:lnTo>
                  <a:pt x="2675" y="1416"/>
                </a:lnTo>
                <a:lnTo>
                  <a:pt x="2164" y="1416"/>
                </a:lnTo>
                <a:close/>
                <a:moveTo>
                  <a:pt x="1622" y="1416"/>
                </a:moveTo>
                <a:lnTo>
                  <a:pt x="1622" y="1851"/>
                </a:lnTo>
                <a:lnTo>
                  <a:pt x="2133" y="1851"/>
                </a:lnTo>
                <a:lnTo>
                  <a:pt x="2133" y="1416"/>
                </a:lnTo>
                <a:lnTo>
                  <a:pt x="1622" y="1416"/>
                </a:lnTo>
                <a:close/>
                <a:moveTo>
                  <a:pt x="1080" y="1416"/>
                </a:moveTo>
                <a:lnTo>
                  <a:pt x="1080" y="1851"/>
                </a:lnTo>
                <a:lnTo>
                  <a:pt x="1591" y="1851"/>
                </a:lnTo>
                <a:lnTo>
                  <a:pt x="1591" y="1416"/>
                </a:lnTo>
                <a:lnTo>
                  <a:pt x="1080" y="1416"/>
                </a:lnTo>
                <a:close/>
                <a:moveTo>
                  <a:pt x="539" y="1416"/>
                </a:moveTo>
                <a:lnTo>
                  <a:pt x="539" y="1851"/>
                </a:lnTo>
                <a:lnTo>
                  <a:pt x="1049" y="1851"/>
                </a:lnTo>
                <a:lnTo>
                  <a:pt x="1049" y="1416"/>
                </a:lnTo>
                <a:lnTo>
                  <a:pt x="539" y="1416"/>
                </a:lnTo>
                <a:close/>
                <a:moveTo>
                  <a:pt x="31" y="1416"/>
                </a:moveTo>
                <a:lnTo>
                  <a:pt x="31" y="1851"/>
                </a:lnTo>
                <a:lnTo>
                  <a:pt x="508" y="1851"/>
                </a:lnTo>
                <a:lnTo>
                  <a:pt x="508" y="1416"/>
                </a:lnTo>
                <a:lnTo>
                  <a:pt x="31" y="1416"/>
                </a:lnTo>
                <a:close/>
                <a:moveTo>
                  <a:pt x="14622" y="952"/>
                </a:moveTo>
                <a:lnTo>
                  <a:pt x="14622" y="1387"/>
                </a:lnTo>
                <a:lnTo>
                  <a:pt x="15133" y="1387"/>
                </a:lnTo>
                <a:lnTo>
                  <a:pt x="15133" y="952"/>
                </a:lnTo>
                <a:lnTo>
                  <a:pt x="14622" y="952"/>
                </a:lnTo>
                <a:close/>
                <a:moveTo>
                  <a:pt x="14081" y="952"/>
                </a:moveTo>
                <a:lnTo>
                  <a:pt x="14081" y="1387"/>
                </a:lnTo>
                <a:lnTo>
                  <a:pt x="14592" y="1387"/>
                </a:lnTo>
                <a:lnTo>
                  <a:pt x="14592" y="952"/>
                </a:lnTo>
                <a:lnTo>
                  <a:pt x="14081" y="952"/>
                </a:lnTo>
                <a:close/>
                <a:moveTo>
                  <a:pt x="13539" y="952"/>
                </a:moveTo>
                <a:lnTo>
                  <a:pt x="13539" y="1387"/>
                </a:lnTo>
                <a:lnTo>
                  <a:pt x="14050" y="1387"/>
                </a:lnTo>
                <a:lnTo>
                  <a:pt x="14050" y="952"/>
                </a:lnTo>
                <a:lnTo>
                  <a:pt x="13539" y="952"/>
                </a:lnTo>
                <a:close/>
                <a:moveTo>
                  <a:pt x="12997" y="952"/>
                </a:moveTo>
                <a:lnTo>
                  <a:pt x="12997" y="1387"/>
                </a:lnTo>
                <a:lnTo>
                  <a:pt x="13508" y="1387"/>
                </a:lnTo>
                <a:lnTo>
                  <a:pt x="13508" y="952"/>
                </a:lnTo>
                <a:lnTo>
                  <a:pt x="12997" y="952"/>
                </a:lnTo>
                <a:close/>
                <a:moveTo>
                  <a:pt x="12456" y="952"/>
                </a:moveTo>
                <a:lnTo>
                  <a:pt x="12456" y="1387"/>
                </a:lnTo>
                <a:lnTo>
                  <a:pt x="12967" y="1387"/>
                </a:lnTo>
                <a:lnTo>
                  <a:pt x="12967" y="952"/>
                </a:lnTo>
                <a:lnTo>
                  <a:pt x="12456" y="952"/>
                </a:lnTo>
                <a:close/>
                <a:moveTo>
                  <a:pt x="11914" y="952"/>
                </a:moveTo>
                <a:lnTo>
                  <a:pt x="11914" y="1387"/>
                </a:lnTo>
                <a:lnTo>
                  <a:pt x="12425" y="1387"/>
                </a:lnTo>
                <a:lnTo>
                  <a:pt x="12425" y="952"/>
                </a:lnTo>
                <a:lnTo>
                  <a:pt x="11914" y="952"/>
                </a:lnTo>
                <a:close/>
                <a:moveTo>
                  <a:pt x="11372" y="952"/>
                </a:moveTo>
                <a:lnTo>
                  <a:pt x="11372" y="1387"/>
                </a:lnTo>
                <a:lnTo>
                  <a:pt x="11883" y="1387"/>
                </a:lnTo>
                <a:lnTo>
                  <a:pt x="11883" y="952"/>
                </a:lnTo>
                <a:lnTo>
                  <a:pt x="11372" y="952"/>
                </a:lnTo>
                <a:close/>
                <a:moveTo>
                  <a:pt x="10831" y="952"/>
                </a:moveTo>
                <a:lnTo>
                  <a:pt x="10831" y="1387"/>
                </a:lnTo>
                <a:lnTo>
                  <a:pt x="11341" y="1387"/>
                </a:lnTo>
                <a:lnTo>
                  <a:pt x="11341" y="952"/>
                </a:lnTo>
                <a:lnTo>
                  <a:pt x="10831" y="952"/>
                </a:lnTo>
                <a:close/>
                <a:moveTo>
                  <a:pt x="10289" y="952"/>
                </a:moveTo>
                <a:lnTo>
                  <a:pt x="10289" y="1387"/>
                </a:lnTo>
                <a:lnTo>
                  <a:pt x="10800" y="1387"/>
                </a:lnTo>
                <a:lnTo>
                  <a:pt x="10800" y="952"/>
                </a:lnTo>
                <a:lnTo>
                  <a:pt x="10289" y="952"/>
                </a:lnTo>
                <a:close/>
                <a:moveTo>
                  <a:pt x="9747" y="952"/>
                </a:moveTo>
                <a:lnTo>
                  <a:pt x="9747" y="1387"/>
                </a:lnTo>
                <a:lnTo>
                  <a:pt x="10258" y="1387"/>
                </a:lnTo>
                <a:lnTo>
                  <a:pt x="10258" y="952"/>
                </a:lnTo>
                <a:lnTo>
                  <a:pt x="9747" y="952"/>
                </a:lnTo>
                <a:close/>
                <a:moveTo>
                  <a:pt x="9206" y="952"/>
                </a:moveTo>
                <a:lnTo>
                  <a:pt x="9206" y="1387"/>
                </a:lnTo>
                <a:lnTo>
                  <a:pt x="9716" y="1387"/>
                </a:lnTo>
                <a:lnTo>
                  <a:pt x="9716" y="952"/>
                </a:lnTo>
                <a:lnTo>
                  <a:pt x="9206" y="952"/>
                </a:lnTo>
                <a:close/>
                <a:moveTo>
                  <a:pt x="8664" y="952"/>
                </a:moveTo>
                <a:lnTo>
                  <a:pt x="8664" y="1387"/>
                </a:lnTo>
                <a:lnTo>
                  <a:pt x="9175" y="1387"/>
                </a:lnTo>
                <a:lnTo>
                  <a:pt x="9175" y="952"/>
                </a:lnTo>
                <a:lnTo>
                  <a:pt x="8664" y="952"/>
                </a:lnTo>
                <a:close/>
                <a:moveTo>
                  <a:pt x="8122" y="952"/>
                </a:moveTo>
                <a:lnTo>
                  <a:pt x="8122" y="1387"/>
                </a:lnTo>
                <a:lnTo>
                  <a:pt x="8633" y="1387"/>
                </a:lnTo>
                <a:lnTo>
                  <a:pt x="8633" y="952"/>
                </a:lnTo>
                <a:lnTo>
                  <a:pt x="8122" y="952"/>
                </a:lnTo>
                <a:close/>
                <a:moveTo>
                  <a:pt x="7581" y="952"/>
                </a:moveTo>
                <a:lnTo>
                  <a:pt x="7581" y="1387"/>
                </a:lnTo>
                <a:lnTo>
                  <a:pt x="8091" y="1387"/>
                </a:lnTo>
                <a:lnTo>
                  <a:pt x="8091" y="952"/>
                </a:lnTo>
                <a:lnTo>
                  <a:pt x="7581" y="952"/>
                </a:lnTo>
                <a:close/>
                <a:moveTo>
                  <a:pt x="7039" y="952"/>
                </a:moveTo>
                <a:lnTo>
                  <a:pt x="7039" y="1387"/>
                </a:lnTo>
                <a:lnTo>
                  <a:pt x="7550" y="1387"/>
                </a:lnTo>
                <a:lnTo>
                  <a:pt x="7550" y="952"/>
                </a:lnTo>
                <a:lnTo>
                  <a:pt x="7039" y="952"/>
                </a:lnTo>
                <a:close/>
                <a:moveTo>
                  <a:pt x="6497" y="952"/>
                </a:moveTo>
                <a:lnTo>
                  <a:pt x="6497" y="1387"/>
                </a:lnTo>
                <a:lnTo>
                  <a:pt x="7008" y="1387"/>
                </a:lnTo>
                <a:lnTo>
                  <a:pt x="7008" y="952"/>
                </a:lnTo>
                <a:lnTo>
                  <a:pt x="6497" y="952"/>
                </a:lnTo>
                <a:close/>
                <a:moveTo>
                  <a:pt x="5955" y="952"/>
                </a:moveTo>
                <a:lnTo>
                  <a:pt x="5955" y="1387"/>
                </a:lnTo>
                <a:lnTo>
                  <a:pt x="6466" y="1387"/>
                </a:lnTo>
                <a:lnTo>
                  <a:pt x="6466" y="952"/>
                </a:lnTo>
                <a:lnTo>
                  <a:pt x="5955" y="952"/>
                </a:lnTo>
                <a:close/>
                <a:moveTo>
                  <a:pt x="5414" y="952"/>
                </a:moveTo>
                <a:lnTo>
                  <a:pt x="5414" y="1387"/>
                </a:lnTo>
                <a:lnTo>
                  <a:pt x="5925" y="1387"/>
                </a:lnTo>
                <a:lnTo>
                  <a:pt x="5925" y="952"/>
                </a:lnTo>
                <a:lnTo>
                  <a:pt x="5414" y="952"/>
                </a:lnTo>
                <a:close/>
                <a:moveTo>
                  <a:pt x="4872" y="952"/>
                </a:moveTo>
                <a:lnTo>
                  <a:pt x="4872" y="1387"/>
                </a:lnTo>
                <a:lnTo>
                  <a:pt x="5383" y="1387"/>
                </a:lnTo>
                <a:lnTo>
                  <a:pt x="5383" y="952"/>
                </a:lnTo>
                <a:lnTo>
                  <a:pt x="4872" y="952"/>
                </a:lnTo>
                <a:close/>
                <a:moveTo>
                  <a:pt x="4330" y="952"/>
                </a:moveTo>
                <a:lnTo>
                  <a:pt x="4330" y="1387"/>
                </a:lnTo>
                <a:lnTo>
                  <a:pt x="4841" y="1387"/>
                </a:lnTo>
                <a:lnTo>
                  <a:pt x="4841" y="952"/>
                </a:lnTo>
                <a:lnTo>
                  <a:pt x="4330" y="952"/>
                </a:lnTo>
                <a:close/>
                <a:moveTo>
                  <a:pt x="3789" y="952"/>
                </a:moveTo>
                <a:lnTo>
                  <a:pt x="3789" y="1387"/>
                </a:lnTo>
                <a:lnTo>
                  <a:pt x="4300" y="1387"/>
                </a:lnTo>
                <a:lnTo>
                  <a:pt x="4300" y="952"/>
                </a:lnTo>
                <a:lnTo>
                  <a:pt x="3789" y="952"/>
                </a:lnTo>
                <a:close/>
                <a:moveTo>
                  <a:pt x="3247" y="952"/>
                </a:moveTo>
                <a:lnTo>
                  <a:pt x="3247" y="1387"/>
                </a:lnTo>
                <a:lnTo>
                  <a:pt x="3758" y="1387"/>
                </a:lnTo>
                <a:lnTo>
                  <a:pt x="3758" y="952"/>
                </a:lnTo>
                <a:lnTo>
                  <a:pt x="3247" y="952"/>
                </a:lnTo>
                <a:close/>
                <a:moveTo>
                  <a:pt x="2705" y="952"/>
                </a:moveTo>
                <a:lnTo>
                  <a:pt x="2705" y="1387"/>
                </a:lnTo>
                <a:lnTo>
                  <a:pt x="3216" y="1387"/>
                </a:lnTo>
                <a:lnTo>
                  <a:pt x="3216" y="952"/>
                </a:lnTo>
                <a:lnTo>
                  <a:pt x="2705" y="952"/>
                </a:lnTo>
                <a:close/>
                <a:moveTo>
                  <a:pt x="2164" y="952"/>
                </a:moveTo>
                <a:lnTo>
                  <a:pt x="2164" y="1387"/>
                </a:lnTo>
                <a:lnTo>
                  <a:pt x="2675" y="1387"/>
                </a:lnTo>
                <a:lnTo>
                  <a:pt x="2675" y="952"/>
                </a:lnTo>
                <a:lnTo>
                  <a:pt x="2164" y="952"/>
                </a:lnTo>
                <a:close/>
                <a:moveTo>
                  <a:pt x="1622" y="952"/>
                </a:moveTo>
                <a:lnTo>
                  <a:pt x="1622" y="1387"/>
                </a:lnTo>
                <a:lnTo>
                  <a:pt x="2133" y="1387"/>
                </a:lnTo>
                <a:lnTo>
                  <a:pt x="2133" y="952"/>
                </a:lnTo>
                <a:lnTo>
                  <a:pt x="1622" y="952"/>
                </a:lnTo>
                <a:close/>
                <a:moveTo>
                  <a:pt x="1080" y="952"/>
                </a:moveTo>
                <a:lnTo>
                  <a:pt x="1080" y="1387"/>
                </a:lnTo>
                <a:lnTo>
                  <a:pt x="1591" y="1387"/>
                </a:lnTo>
                <a:lnTo>
                  <a:pt x="1591" y="952"/>
                </a:lnTo>
                <a:lnTo>
                  <a:pt x="1080" y="952"/>
                </a:lnTo>
                <a:close/>
                <a:moveTo>
                  <a:pt x="539" y="952"/>
                </a:moveTo>
                <a:lnTo>
                  <a:pt x="539" y="1387"/>
                </a:lnTo>
                <a:lnTo>
                  <a:pt x="1049" y="1387"/>
                </a:lnTo>
                <a:lnTo>
                  <a:pt x="1049" y="952"/>
                </a:lnTo>
                <a:lnTo>
                  <a:pt x="539" y="952"/>
                </a:lnTo>
                <a:close/>
                <a:moveTo>
                  <a:pt x="31" y="952"/>
                </a:moveTo>
                <a:lnTo>
                  <a:pt x="31" y="1387"/>
                </a:lnTo>
                <a:lnTo>
                  <a:pt x="508" y="1387"/>
                </a:lnTo>
                <a:lnTo>
                  <a:pt x="508" y="952"/>
                </a:lnTo>
                <a:lnTo>
                  <a:pt x="31" y="952"/>
                </a:lnTo>
                <a:close/>
                <a:moveTo>
                  <a:pt x="14622" y="488"/>
                </a:moveTo>
                <a:lnTo>
                  <a:pt x="14622" y="923"/>
                </a:lnTo>
                <a:lnTo>
                  <a:pt x="15133" y="923"/>
                </a:lnTo>
                <a:lnTo>
                  <a:pt x="15133" y="488"/>
                </a:lnTo>
                <a:lnTo>
                  <a:pt x="14622" y="488"/>
                </a:lnTo>
                <a:close/>
                <a:moveTo>
                  <a:pt x="14081" y="488"/>
                </a:moveTo>
                <a:lnTo>
                  <a:pt x="14081" y="923"/>
                </a:lnTo>
                <a:lnTo>
                  <a:pt x="14592" y="923"/>
                </a:lnTo>
                <a:lnTo>
                  <a:pt x="14592" y="488"/>
                </a:lnTo>
                <a:lnTo>
                  <a:pt x="14081" y="488"/>
                </a:lnTo>
                <a:close/>
                <a:moveTo>
                  <a:pt x="13539" y="488"/>
                </a:moveTo>
                <a:lnTo>
                  <a:pt x="13539" y="923"/>
                </a:lnTo>
                <a:lnTo>
                  <a:pt x="14050" y="923"/>
                </a:lnTo>
                <a:lnTo>
                  <a:pt x="14050" y="488"/>
                </a:lnTo>
                <a:lnTo>
                  <a:pt x="13539" y="488"/>
                </a:lnTo>
                <a:close/>
                <a:moveTo>
                  <a:pt x="12997" y="488"/>
                </a:moveTo>
                <a:lnTo>
                  <a:pt x="12997" y="923"/>
                </a:lnTo>
                <a:lnTo>
                  <a:pt x="13508" y="923"/>
                </a:lnTo>
                <a:lnTo>
                  <a:pt x="13508" y="488"/>
                </a:lnTo>
                <a:lnTo>
                  <a:pt x="12997" y="488"/>
                </a:lnTo>
                <a:close/>
                <a:moveTo>
                  <a:pt x="12456" y="488"/>
                </a:moveTo>
                <a:lnTo>
                  <a:pt x="12456" y="923"/>
                </a:lnTo>
                <a:lnTo>
                  <a:pt x="12967" y="923"/>
                </a:lnTo>
                <a:lnTo>
                  <a:pt x="12967" y="488"/>
                </a:lnTo>
                <a:lnTo>
                  <a:pt x="12456" y="488"/>
                </a:lnTo>
                <a:close/>
                <a:moveTo>
                  <a:pt x="11914" y="488"/>
                </a:moveTo>
                <a:lnTo>
                  <a:pt x="11914" y="923"/>
                </a:lnTo>
                <a:lnTo>
                  <a:pt x="12425" y="923"/>
                </a:lnTo>
                <a:lnTo>
                  <a:pt x="12425" y="488"/>
                </a:lnTo>
                <a:lnTo>
                  <a:pt x="11914" y="488"/>
                </a:lnTo>
                <a:close/>
                <a:moveTo>
                  <a:pt x="11372" y="488"/>
                </a:moveTo>
                <a:lnTo>
                  <a:pt x="11372" y="923"/>
                </a:lnTo>
                <a:lnTo>
                  <a:pt x="11883" y="923"/>
                </a:lnTo>
                <a:lnTo>
                  <a:pt x="11883" y="488"/>
                </a:lnTo>
                <a:lnTo>
                  <a:pt x="11372" y="488"/>
                </a:lnTo>
                <a:close/>
                <a:moveTo>
                  <a:pt x="10831" y="488"/>
                </a:moveTo>
                <a:lnTo>
                  <a:pt x="10831" y="923"/>
                </a:lnTo>
                <a:lnTo>
                  <a:pt x="11341" y="923"/>
                </a:lnTo>
                <a:lnTo>
                  <a:pt x="11341" y="488"/>
                </a:lnTo>
                <a:lnTo>
                  <a:pt x="10831" y="488"/>
                </a:lnTo>
                <a:close/>
                <a:moveTo>
                  <a:pt x="10289" y="488"/>
                </a:moveTo>
                <a:lnTo>
                  <a:pt x="10289" y="923"/>
                </a:lnTo>
                <a:lnTo>
                  <a:pt x="10800" y="923"/>
                </a:lnTo>
                <a:lnTo>
                  <a:pt x="10800" y="488"/>
                </a:lnTo>
                <a:lnTo>
                  <a:pt x="10289" y="488"/>
                </a:lnTo>
                <a:close/>
                <a:moveTo>
                  <a:pt x="9747" y="488"/>
                </a:moveTo>
                <a:lnTo>
                  <a:pt x="9747" y="923"/>
                </a:lnTo>
                <a:lnTo>
                  <a:pt x="10258" y="923"/>
                </a:lnTo>
                <a:lnTo>
                  <a:pt x="10258" y="488"/>
                </a:lnTo>
                <a:lnTo>
                  <a:pt x="9747" y="488"/>
                </a:lnTo>
                <a:close/>
                <a:moveTo>
                  <a:pt x="9206" y="488"/>
                </a:moveTo>
                <a:lnTo>
                  <a:pt x="9206" y="923"/>
                </a:lnTo>
                <a:lnTo>
                  <a:pt x="9716" y="923"/>
                </a:lnTo>
                <a:lnTo>
                  <a:pt x="9716" y="488"/>
                </a:lnTo>
                <a:lnTo>
                  <a:pt x="9206" y="488"/>
                </a:lnTo>
                <a:close/>
                <a:moveTo>
                  <a:pt x="8664" y="488"/>
                </a:moveTo>
                <a:lnTo>
                  <a:pt x="8664" y="923"/>
                </a:lnTo>
                <a:lnTo>
                  <a:pt x="9175" y="923"/>
                </a:lnTo>
                <a:lnTo>
                  <a:pt x="9175" y="488"/>
                </a:lnTo>
                <a:lnTo>
                  <a:pt x="8664" y="488"/>
                </a:lnTo>
                <a:close/>
                <a:moveTo>
                  <a:pt x="8122" y="488"/>
                </a:moveTo>
                <a:lnTo>
                  <a:pt x="8122" y="923"/>
                </a:lnTo>
                <a:lnTo>
                  <a:pt x="8633" y="923"/>
                </a:lnTo>
                <a:lnTo>
                  <a:pt x="8633" y="488"/>
                </a:lnTo>
                <a:lnTo>
                  <a:pt x="8122" y="488"/>
                </a:lnTo>
                <a:close/>
                <a:moveTo>
                  <a:pt x="7581" y="488"/>
                </a:moveTo>
                <a:lnTo>
                  <a:pt x="7581" y="923"/>
                </a:lnTo>
                <a:lnTo>
                  <a:pt x="8091" y="923"/>
                </a:lnTo>
                <a:lnTo>
                  <a:pt x="8091" y="488"/>
                </a:lnTo>
                <a:lnTo>
                  <a:pt x="7581" y="488"/>
                </a:lnTo>
                <a:close/>
                <a:moveTo>
                  <a:pt x="7039" y="488"/>
                </a:moveTo>
                <a:lnTo>
                  <a:pt x="7039" y="923"/>
                </a:lnTo>
                <a:lnTo>
                  <a:pt x="7550" y="923"/>
                </a:lnTo>
                <a:lnTo>
                  <a:pt x="7550" y="488"/>
                </a:lnTo>
                <a:lnTo>
                  <a:pt x="7039" y="488"/>
                </a:lnTo>
                <a:close/>
                <a:moveTo>
                  <a:pt x="6497" y="488"/>
                </a:moveTo>
                <a:lnTo>
                  <a:pt x="6497" y="923"/>
                </a:lnTo>
                <a:lnTo>
                  <a:pt x="7008" y="923"/>
                </a:lnTo>
                <a:lnTo>
                  <a:pt x="7008" y="488"/>
                </a:lnTo>
                <a:lnTo>
                  <a:pt x="6497" y="488"/>
                </a:lnTo>
                <a:close/>
                <a:moveTo>
                  <a:pt x="5955" y="488"/>
                </a:moveTo>
                <a:lnTo>
                  <a:pt x="5955" y="923"/>
                </a:lnTo>
                <a:lnTo>
                  <a:pt x="6466" y="923"/>
                </a:lnTo>
                <a:lnTo>
                  <a:pt x="6466" y="488"/>
                </a:lnTo>
                <a:lnTo>
                  <a:pt x="5955" y="488"/>
                </a:lnTo>
                <a:close/>
                <a:moveTo>
                  <a:pt x="5414" y="488"/>
                </a:moveTo>
                <a:lnTo>
                  <a:pt x="5414" y="923"/>
                </a:lnTo>
                <a:lnTo>
                  <a:pt x="5925" y="923"/>
                </a:lnTo>
                <a:lnTo>
                  <a:pt x="5925" y="488"/>
                </a:lnTo>
                <a:lnTo>
                  <a:pt x="5414" y="488"/>
                </a:lnTo>
                <a:close/>
                <a:moveTo>
                  <a:pt x="4872" y="488"/>
                </a:moveTo>
                <a:lnTo>
                  <a:pt x="4872" y="923"/>
                </a:lnTo>
                <a:lnTo>
                  <a:pt x="5383" y="923"/>
                </a:lnTo>
                <a:lnTo>
                  <a:pt x="5383" y="488"/>
                </a:lnTo>
                <a:lnTo>
                  <a:pt x="4872" y="488"/>
                </a:lnTo>
                <a:close/>
                <a:moveTo>
                  <a:pt x="4330" y="488"/>
                </a:moveTo>
                <a:lnTo>
                  <a:pt x="4330" y="923"/>
                </a:lnTo>
                <a:lnTo>
                  <a:pt x="4841" y="923"/>
                </a:lnTo>
                <a:lnTo>
                  <a:pt x="4841" y="488"/>
                </a:lnTo>
                <a:lnTo>
                  <a:pt x="4330" y="488"/>
                </a:lnTo>
                <a:close/>
                <a:moveTo>
                  <a:pt x="3789" y="488"/>
                </a:moveTo>
                <a:lnTo>
                  <a:pt x="3789" y="923"/>
                </a:lnTo>
                <a:lnTo>
                  <a:pt x="4300" y="923"/>
                </a:lnTo>
                <a:lnTo>
                  <a:pt x="4300" y="488"/>
                </a:lnTo>
                <a:lnTo>
                  <a:pt x="3789" y="488"/>
                </a:lnTo>
                <a:close/>
                <a:moveTo>
                  <a:pt x="3247" y="488"/>
                </a:moveTo>
                <a:lnTo>
                  <a:pt x="3247" y="923"/>
                </a:lnTo>
                <a:lnTo>
                  <a:pt x="3758" y="923"/>
                </a:lnTo>
                <a:lnTo>
                  <a:pt x="3758" y="488"/>
                </a:lnTo>
                <a:lnTo>
                  <a:pt x="3247" y="488"/>
                </a:lnTo>
                <a:close/>
                <a:moveTo>
                  <a:pt x="2705" y="488"/>
                </a:moveTo>
                <a:lnTo>
                  <a:pt x="2705" y="923"/>
                </a:lnTo>
                <a:lnTo>
                  <a:pt x="3216" y="923"/>
                </a:lnTo>
                <a:lnTo>
                  <a:pt x="3216" y="488"/>
                </a:lnTo>
                <a:lnTo>
                  <a:pt x="2705" y="488"/>
                </a:lnTo>
                <a:close/>
                <a:moveTo>
                  <a:pt x="2164" y="488"/>
                </a:moveTo>
                <a:lnTo>
                  <a:pt x="2164" y="923"/>
                </a:lnTo>
                <a:lnTo>
                  <a:pt x="2675" y="923"/>
                </a:lnTo>
                <a:lnTo>
                  <a:pt x="2675" y="488"/>
                </a:lnTo>
                <a:lnTo>
                  <a:pt x="2164" y="488"/>
                </a:lnTo>
                <a:close/>
                <a:moveTo>
                  <a:pt x="1622" y="488"/>
                </a:moveTo>
                <a:lnTo>
                  <a:pt x="1622" y="923"/>
                </a:lnTo>
                <a:lnTo>
                  <a:pt x="2133" y="923"/>
                </a:lnTo>
                <a:lnTo>
                  <a:pt x="2133" y="488"/>
                </a:lnTo>
                <a:lnTo>
                  <a:pt x="1622" y="488"/>
                </a:lnTo>
                <a:close/>
                <a:moveTo>
                  <a:pt x="1080" y="488"/>
                </a:moveTo>
                <a:lnTo>
                  <a:pt x="1080" y="923"/>
                </a:lnTo>
                <a:lnTo>
                  <a:pt x="1591" y="923"/>
                </a:lnTo>
                <a:lnTo>
                  <a:pt x="1591" y="488"/>
                </a:lnTo>
                <a:lnTo>
                  <a:pt x="1080" y="488"/>
                </a:lnTo>
                <a:close/>
                <a:moveTo>
                  <a:pt x="539" y="488"/>
                </a:moveTo>
                <a:lnTo>
                  <a:pt x="539" y="923"/>
                </a:lnTo>
                <a:lnTo>
                  <a:pt x="1049" y="923"/>
                </a:lnTo>
                <a:lnTo>
                  <a:pt x="1049" y="488"/>
                </a:lnTo>
                <a:lnTo>
                  <a:pt x="539" y="488"/>
                </a:lnTo>
                <a:close/>
                <a:moveTo>
                  <a:pt x="31" y="488"/>
                </a:moveTo>
                <a:lnTo>
                  <a:pt x="31" y="923"/>
                </a:lnTo>
                <a:lnTo>
                  <a:pt x="508" y="923"/>
                </a:lnTo>
                <a:lnTo>
                  <a:pt x="508" y="488"/>
                </a:lnTo>
                <a:lnTo>
                  <a:pt x="31" y="488"/>
                </a:lnTo>
                <a:close/>
                <a:moveTo>
                  <a:pt x="0" y="0"/>
                </a:moveTo>
                <a:lnTo>
                  <a:pt x="31" y="0"/>
                </a:lnTo>
                <a:lnTo>
                  <a:pt x="31" y="460"/>
                </a:lnTo>
                <a:lnTo>
                  <a:pt x="508" y="460"/>
                </a:lnTo>
                <a:lnTo>
                  <a:pt x="508" y="0"/>
                </a:lnTo>
                <a:lnTo>
                  <a:pt x="539" y="0"/>
                </a:lnTo>
                <a:lnTo>
                  <a:pt x="539" y="460"/>
                </a:lnTo>
                <a:lnTo>
                  <a:pt x="1049" y="460"/>
                </a:lnTo>
                <a:lnTo>
                  <a:pt x="1049" y="0"/>
                </a:lnTo>
                <a:lnTo>
                  <a:pt x="1080" y="0"/>
                </a:lnTo>
                <a:lnTo>
                  <a:pt x="1080" y="460"/>
                </a:lnTo>
                <a:lnTo>
                  <a:pt x="1591" y="460"/>
                </a:lnTo>
                <a:lnTo>
                  <a:pt x="1591" y="0"/>
                </a:lnTo>
                <a:lnTo>
                  <a:pt x="1622" y="0"/>
                </a:lnTo>
                <a:lnTo>
                  <a:pt x="1622" y="460"/>
                </a:lnTo>
                <a:lnTo>
                  <a:pt x="2133" y="460"/>
                </a:lnTo>
                <a:lnTo>
                  <a:pt x="2133" y="0"/>
                </a:lnTo>
                <a:lnTo>
                  <a:pt x="2164" y="0"/>
                </a:lnTo>
                <a:lnTo>
                  <a:pt x="2164" y="460"/>
                </a:lnTo>
                <a:lnTo>
                  <a:pt x="2675" y="460"/>
                </a:lnTo>
                <a:lnTo>
                  <a:pt x="2675" y="0"/>
                </a:lnTo>
                <a:lnTo>
                  <a:pt x="2705" y="0"/>
                </a:lnTo>
                <a:lnTo>
                  <a:pt x="2705" y="460"/>
                </a:lnTo>
                <a:lnTo>
                  <a:pt x="3216" y="460"/>
                </a:lnTo>
                <a:lnTo>
                  <a:pt x="3216" y="0"/>
                </a:lnTo>
                <a:lnTo>
                  <a:pt x="3247" y="0"/>
                </a:lnTo>
                <a:lnTo>
                  <a:pt x="3247" y="460"/>
                </a:lnTo>
                <a:lnTo>
                  <a:pt x="3758" y="460"/>
                </a:lnTo>
                <a:lnTo>
                  <a:pt x="3758" y="0"/>
                </a:lnTo>
                <a:lnTo>
                  <a:pt x="3789" y="0"/>
                </a:lnTo>
                <a:lnTo>
                  <a:pt x="3789" y="460"/>
                </a:lnTo>
                <a:lnTo>
                  <a:pt x="4300" y="460"/>
                </a:lnTo>
                <a:lnTo>
                  <a:pt x="4300" y="0"/>
                </a:lnTo>
                <a:lnTo>
                  <a:pt x="4330" y="0"/>
                </a:lnTo>
                <a:lnTo>
                  <a:pt x="4330" y="460"/>
                </a:lnTo>
                <a:lnTo>
                  <a:pt x="4841" y="460"/>
                </a:lnTo>
                <a:lnTo>
                  <a:pt x="4841" y="0"/>
                </a:lnTo>
                <a:lnTo>
                  <a:pt x="4872" y="0"/>
                </a:lnTo>
                <a:lnTo>
                  <a:pt x="4872" y="460"/>
                </a:lnTo>
                <a:lnTo>
                  <a:pt x="5383" y="460"/>
                </a:lnTo>
                <a:lnTo>
                  <a:pt x="5383" y="0"/>
                </a:lnTo>
                <a:lnTo>
                  <a:pt x="5414" y="0"/>
                </a:lnTo>
                <a:lnTo>
                  <a:pt x="5414" y="460"/>
                </a:lnTo>
                <a:lnTo>
                  <a:pt x="5925" y="460"/>
                </a:lnTo>
                <a:lnTo>
                  <a:pt x="5925" y="0"/>
                </a:lnTo>
                <a:lnTo>
                  <a:pt x="5955" y="0"/>
                </a:lnTo>
                <a:lnTo>
                  <a:pt x="5955" y="460"/>
                </a:lnTo>
                <a:lnTo>
                  <a:pt x="6466" y="460"/>
                </a:lnTo>
                <a:lnTo>
                  <a:pt x="6466" y="0"/>
                </a:lnTo>
                <a:lnTo>
                  <a:pt x="6497" y="0"/>
                </a:lnTo>
                <a:lnTo>
                  <a:pt x="6497" y="460"/>
                </a:lnTo>
                <a:lnTo>
                  <a:pt x="7008" y="460"/>
                </a:lnTo>
                <a:lnTo>
                  <a:pt x="7008" y="0"/>
                </a:lnTo>
                <a:lnTo>
                  <a:pt x="7039" y="0"/>
                </a:lnTo>
                <a:lnTo>
                  <a:pt x="7039" y="460"/>
                </a:lnTo>
                <a:lnTo>
                  <a:pt x="7550" y="460"/>
                </a:lnTo>
                <a:lnTo>
                  <a:pt x="7550" y="0"/>
                </a:lnTo>
                <a:lnTo>
                  <a:pt x="7581" y="0"/>
                </a:lnTo>
                <a:lnTo>
                  <a:pt x="7581" y="460"/>
                </a:lnTo>
                <a:lnTo>
                  <a:pt x="8091" y="460"/>
                </a:lnTo>
                <a:lnTo>
                  <a:pt x="8091" y="0"/>
                </a:lnTo>
                <a:lnTo>
                  <a:pt x="8122" y="0"/>
                </a:lnTo>
                <a:lnTo>
                  <a:pt x="8122" y="460"/>
                </a:lnTo>
                <a:lnTo>
                  <a:pt x="8633" y="460"/>
                </a:lnTo>
                <a:lnTo>
                  <a:pt x="8633" y="0"/>
                </a:lnTo>
                <a:lnTo>
                  <a:pt x="8664" y="0"/>
                </a:lnTo>
                <a:lnTo>
                  <a:pt x="8664" y="460"/>
                </a:lnTo>
                <a:lnTo>
                  <a:pt x="9175" y="460"/>
                </a:lnTo>
                <a:lnTo>
                  <a:pt x="9175" y="0"/>
                </a:lnTo>
                <a:lnTo>
                  <a:pt x="9206" y="0"/>
                </a:lnTo>
                <a:lnTo>
                  <a:pt x="9206" y="460"/>
                </a:lnTo>
                <a:lnTo>
                  <a:pt x="9716" y="460"/>
                </a:lnTo>
                <a:lnTo>
                  <a:pt x="9716" y="0"/>
                </a:lnTo>
                <a:lnTo>
                  <a:pt x="9747" y="0"/>
                </a:lnTo>
                <a:lnTo>
                  <a:pt x="9747" y="460"/>
                </a:lnTo>
                <a:lnTo>
                  <a:pt x="10258" y="460"/>
                </a:lnTo>
                <a:lnTo>
                  <a:pt x="10258" y="0"/>
                </a:lnTo>
                <a:lnTo>
                  <a:pt x="10289" y="0"/>
                </a:lnTo>
                <a:lnTo>
                  <a:pt x="10289" y="460"/>
                </a:lnTo>
                <a:lnTo>
                  <a:pt x="10800" y="460"/>
                </a:lnTo>
                <a:lnTo>
                  <a:pt x="10800" y="0"/>
                </a:lnTo>
                <a:lnTo>
                  <a:pt x="10831" y="0"/>
                </a:lnTo>
                <a:lnTo>
                  <a:pt x="10831" y="460"/>
                </a:lnTo>
                <a:lnTo>
                  <a:pt x="11341" y="460"/>
                </a:lnTo>
                <a:lnTo>
                  <a:pt x="11341" y="0"/>
                </a:lnTo>
                <a:lnTo>
                  <a:pt x="11372" y="0"/>
                </a:lnTo>
                <a:lnTo>
                  <a:pt x="11372" y="460"/>
                </a:lnTo>
                <a:lnTo>
                  <a:pt x="11883" y="460"/>
                </a:lnTo>
                <a:lnTo>
                  <a:pt x="11883" y="0"/>
                </a:lnTo>
                <a:lnTo>
                  <a:pt x="11914" y="0"/>
                </a:lnTo>
                <a:lnTo>
                  <a:pt x="11914" y="460"/>
                </a:lnTo>
                <a:lnTo>
                  <a:pt x="12425" y="460"/>
                </a:lnTo>
                <a:lnTo>
                  <a:pt x="12425" y="0"/>
                </a:lnTo>
                <a:lnTo>
                  <a:pt x="12456" y="0"/>
                </a:lnTo>
                <a:lnTo>
                  <a:pt x="12456" y="460"/>
                </a:lnTo>
                <a:lnTo>
                  <a:pt x="12967" y="460"/>
                </a:lnTo>
                <a:lnTo>
                  <a:pt x="12967" y="0"/>
                </a:lnTo>
                <a:lnTo>
                  <a:pt x="12997" y="0"/>
                </a:lnTo>
                <a:lnTo>
                  <a:pt x="12997" y="460"/>
                </a:lnTo>
                <a:lnTo>
                  <a:pt x="13508" y="460"/>
                </a:lnTo>
                <a:lnTo>
                  <a:pt x="13508" y="0"/>
                </a:lnTo>
                <a:lnTo>
                  <a:pt x="13539" y="0"/>
                </a:lnTo>
                <a:lnTo>
                  <a:pt x="13539" y="460"/>
                </a:lnTo>
                <a:lnTo>
                  <a:pt x="14050" y="460"/>
                </a:lnTo>
                <a:lnTo>
                  <a:pt x="14050" y="0"/>
                </a:lnTo>
                <a:lnTo>
                  <a:pt x="14081" y="0"/>
                </a:lnTo>
                <a:lnTo>
                  <a:pt x="14081" y="460"/>
                </a:lnTo>
                <a:lnTo>
                  <a:pt x="14592" y="460"/>
                </a:lnTo>
                <a:lnTo>
                  <a:pt x="14592" y="0"/>
                </a:lnTo>
                <a:lnTo>
                  <a:pt x="14622" y="0"/>
                </a:lnTo>
                <a:lnTo>
                  <a:pt x="14622" y="460"/>
                </a:lnTo>
                <a:lnTo>
                  <a:pt x="15133" y="460"/>
                </a:lnTo>
                <a:lnTo>
                  <a:pt x="15133" y="0"/>
                </a:lnTo>
                <a:lnTo>
                  <a:pt x="15164" y="0"/>
                </a:lnTo>
                <a:lnTo>
                  <a:pt x="15164" y="5228"/>
                </a:lnTo>
                <a:lnTo>
                  <a:pt x="15133" y="5257"/>
                </a:lnTo>
                <a:lnTo>
                  <a:pt x="15133" y="5126"/>
                </a:lnTo>
                <a:lnTo>
                  <a:pt x="14622" y="5126"/>
                </a:lnTo>
                <a:lnTo>
                  <a:pt x="14622" y="5562"/>
                </a:lnTo>
                <a:lnTo>
                  <a:pt x="14810" y="5562"/>
                </a:lnTo>
                <a:lnTo>
                  <a:pt x="14780" y="5590"/>
                </a:lnTo>
                <a:lnTo>
                  <a:pt x="14622" y="5590"/>
                </a:lnTo>
                <a:lnTo>
                  <a:pt x="14622" y="5739"/>
                </a:lnTo>
                <a:lnTo>
                  <a:pt x="14592" y="5768"/>
                </a:lnTo>
                <a:lnTo>
                  <a:pt x="14592" y="5590"/>
                </a:lnTo>
                <a:lnTo>
                  <a:pt x="14081" y="5590"/>
                </a:lnTo>
                <a:lnTo>
                  <a:pt x="14081" y="6026"/>
                </a:lnTo>
                <a:lnTo>
                  <a:pt x="14319" y="6026"/>
                </a:lnTo>
                <a:lnTo>
                  <a:pt x="14289" y="6054"/>
                </a:lnTo>
                <a:lnTo>
                  <a:pt x="14081" y="6054"/>
                </a:lnTo>
                <a:lnTo>
                  <a:pt x="14081" y="6251"/>
                </a:lnTo>
                <a:lnTo>
                  <a:pt x="14050" y="6280"/>
                </a:lnTo>
                <a:lnTo>
                  <a:pt x="14050" y="6054"/>
                </a:lnTo>
                <a:lnTo>
                  <a:pt x="13539" y="6054"/>
                </a:lnTo>
                <a:lnTo>
                  <a:pt x="13539" y="6460"/>
                </a:lnTo>
                <a:lnTo>
                  <a:pt x="13508" y="6460"/>
                </a:lnTo>
                <a:lnTo>
                  <a:pt x="13508" y="6054"/>
                </a:lnTo>
                <a:lnTo>
                  <a:pt x="12997" y="6054"/>
                </a:lnTo>
                <a:lnTo>
                  <a:pt x="12997" y="6460"/>
                </a:lnTo>
                <a:lnTo>
                  <a:pt x="12967" y="6460"/>
                </a:lnTo>
                <a:lnTo>
                  <a:pt x="12967" y="6054"/>
                </a:lnTo>
                <a:lnTo>
                  <a:pt x="12456" y="6054"/>
                </a:lnTo>
                <a:lnTo>
                  <a:pt x="12456" y="6460"/>
                </a:lnTo>
                <a:lnTo>
                  <a:pt x="12425" y="6460"/>
                </a:lnTo>
                <a:lnTo>
                  <a:pt x="12425" y="6054"/>
                </a:lnTo>
                <a:lnTo>
                  <a:pt x="11914" y="6054"/>
                </a:lnTo>
                <a:lnTo>
                  <a:pt x="11914" y="6460"/>
                </a:lnTo>
                <a:lnTo>
                  <a:pt x="11883" y="6460"/>
                </a:lnTo>
                <a:lnTo>
                  <a:pt x="11883" y="6054"/>
                </a:lnTo>
                <a:lnTo>
                  <a:pt x="11372" y="6054"/>
                </a:lnTo>
                <a:lnTo>
                  <a:pt x="11372" y="6460"/>
                </a:lnTo>
                <a:lnTo>
                  <a:pt x="11341" y="6460"/>
                </a:lnTo>
                <a:lnTo>
                  <a:pt x="11341" y="6054"/>
                </a:lnTo>
                <a:lnTo>
                  <a:pt x="10831" y="6054"/>
                </a:lnTo>
                <a:lnTo>
                  <a:pt x="10831" y="6460"/>
                </a:lnTo>
                <a:lnTo>
                  <a:pt x="10800" y="6460"/>
                </a:lnTo>
                <a:lnTo>
                  <a:pt x="10800" y="6054"/>
                </a:lnTo>
                <a:lnTo>
                  <a:pt x="10289" y="6054"/>
                </a:lnTo>
                <a:lnTo>
                  <a:pt x="10289" y="6460"/>
                </a:lnTo>
                <a:lnTo>
                  <a:pt x="10258" y="6460"/>
                </a:lnTo>
                <a:lnTo>
                  <a:pt x="10258" y="6054"/>
                </a:lnTo>
                <a:lnTo>
                  <a:pt x="9747" y="6054"/>
                </a:lnTo>
                <a:lnTo>
                  <a:pt x="9747" y="6460"/>
                </a:lnTo>
                <a:lnTo>
                  <a:pt x="9716" y="6460"/>
                </a:lnTo>
                <a:lnTo>
                  <a:pt x="9716" y="6054"/>
                </a:lnTo>
                <a:lnTo>
                  <a:pt x="9206" y="6054"/>
                </a:lnTo>
                <a:lnTo>
                  <a:pt x="9206" y="6460"/>
                </a:lnTo>
                <a:lnTo>
                  <a:pt x="9175" y="6460"/>
                </a:lnTo>
                <a:lnTo>
                  <a:pt x="9175" y="6054"/>
                </a:lnTo>
                <a:lnTo>
                  <a:pt x="8664" y="6054"/>
                </a:lnTo>
                <a:lnTo>
                  <a:pt x="8664" y="6460"/>
                </a:lnTo>
                <a:lnTo>
                  <a:pt x="8633" y="6460"/>
                </a:lnTo>
                <a:lnTo>
                  <a:pt x="8633" y="6054"/>
                </a:lnTo>
                <a:lnTo>
                  <a:pt x="8122" y="6054"/>
                </a:lnTo>
                <a:lnTo>
                  <a:pt x="8122" y="6460"/>
                </a:lnTo>
                <a:lnTo>
                  <a:pt x="8091" y="6460"/>
                </a:lnTo>
                <a:lnTo>
                  <a:pt x="8091" y="6054"/>
                </a:lnTo>
                <a:lnTo>
                  <a:pt x="7581" y="6054"/>
                </a:lnTo>
                <a:lnTo>
                  <a:pt x="7581" y="6460"/>
                </a:lnTo>
                <a:lnTo>
                  <a:pt x="7550" y="6460"/>
                </a:lnTo>
                <a:lnTo>
                  <a:pt x="7550" y="6054"/>
                </a:lnTo>
                <a:lnTo>
                  <a:pt x="7039" y="6054"/>
                </a:lnTo>
                <a:lnTo>
                  <a:pt x="7039" y="6460"/>
                </a:lnTo>
                <a:lnTo>
                  <a:pt x="7008" y="6460"/>
                </a:lnTo>
                <a:lnTo>
                  <a:pt x="7008" y="6054"/>
                </a:lnTo>
                <a:lnTo>
                  <a:pt x="6497" y="6054"/>
                </a:lnTo>
                <a:lnTo>
                  <a:pt x="6497" y="6460"/>
                </a:lnTo>
                <a:lnTo>
                  <a:pt x="6466" y="6460"/>
                </a:lnTo>
                <a:lnTo>
                  <a:pt x="6466" y="6054"/>
                </a:lnTo>
                <a:lnTo>
                  <a:pt x="5955" y="6054"/>
                </a:lnTo>
                <a:lnTo>
                  <a:pt x="5955" y="6460"/>
                </a:lnTo>
                <a:lnTo>
                  <a:pt x="5925" y="6460"/>
                </a:lnTo>
                <a:lnTo>
                  <a:pt x="5925" y="6054"/>
                </a:lnTo>
                <a:lnTo>
                  <a:pt x="5414" y="6054"/>
                </a:lnTo>
                <a:lnTo>
                  <a:pt x="5414" y="6460"/>
                </a:lnTo>
                <a:lnTo>
                  <a:pt x="5383" y="6460"/>
                </a:lnTo>
                <a:lnTo>
                  <a:pt x="5383" y="6054"/>
                </a:lnTo>
                <a:lnTo>
                  <a:pt x="4872" y="6054"/>
                </a:lnTo>
                <a:lnTo>
                  <a:pt x="4872" y="6460"/>
                </a:lnTo>
                <a:lnTo>
                  <a:pt x="4841" y="6460"/>
                </a:lnTo>
                <a:lnTo>
                  <a:pt x="4841" y="6054"/>
                </a:lnTo>
                <a:lnTo>
                  <a:pt x="4330" y="6054"/>
                </a:lnTo>
                <a:lnTo>
                  <a:pt x="4330" y="6460"/>
                </a:lnTo>
                <a:lnTo>
                  <a:pt x="4300" y="6460"/>
                </a:lnTo>
                <a:lnTo>
                  <a:pt x="4300" y="6054"/>
                </a:lnTo>
                <a:lnTo>
                  <a:pt x="3789" y="6054"/>
                </a:lnTo>
                <a:lnTo>
                  <a:pt x="3789" y="6460"/>
                </a:lnTo>
                <a:lnTo>
                  <a:pt x="3758" y="6460"/>
                </a:lnTo>
                <a:lnTo>
                  <a:pt x="3758" y="6054"/>
                </a:lnTo>
                <a:lnTo>
                  <a:pt x="3247" y="6054"/>
                </a:lnTo>
                <a:lnTo>
                  <a:pt x="3247" y="6460"/>
                </a:lnTo>
                <a:lnTo>
                  <a:pt x="3216" y="6460"/>
                </a:lnTo>
                <a:lnTo>
                  <a:pt x="3216" y="6054"/>
                </a:lnTo>
                <a:lnTo>
                  <a:pt x="2705" y="6054"/>
                </a:lnTo>
                <a:lnTo>
                  <a:pt x="2705" y="6460"/>
                </a:lnTo>
                <a:lnTo>
                  <a:pt x="2675" y="6460"/>
                </a:lnTo>
                <a:lnTo>
                  <a:pt x="2675" y="6054"/>
                </a:lnTo>
                <a:lnTo>
                  <a:pt x="2164" y="6054"/>
                </a:lnTo>
                <a:lnTo>
                  <a:pt x="2164" y="6460"/>
                </a:lnTo>
                <a:lnTo>
                  <a:pt x="2133" y="6460"/>
                </a:lnTo>
                <a:lnTo>
                  <a:pt x="2133" y="6054"/>
                </a:lnTo>
                <a:lnTo>
                  <a:pt x="1622" y="6054"/>
                </a:lnTo>
                <a:lnTo>
                  <a:pt x="1622" y="6460"/>
                </a:lnTo>
                <a:lnTo>
                  <a:pt x="1591" y="6460"/>
                </a:lnTo>
                <a:lnTo>
                  <a:pt x="1591" y="6054"/>
                </a:lnTo>
                <a:lnTo>
                  <a:pt x="1080" y="6054"/>
                </a:lnTo>
                <a:lnTo>
                  <a:pt x="1080" y="6460"/>
                </a:lnTo>
                <a:lnTo>
                  <a:pt x="1049" y="6460"/>
                </a:lnTo>
                <a:lnTo>
                  <a:pt x="1049" y="6054"/>
                </a:lnTo>
                <a:lnTo>
                  <a:pt x="539" y="6054"/>
                </a:lnTo>
                <a:lnTo>
                  <a:pt x="539" y="6460"/>
                </a:lnTo>
                <a:lnTo>
                  <a:pt x="508" y="6460"/>
                </a:lnTo>
                <a:lnTo>
                  <a:pt x="508" y="6054"/>
                </a:lnTo>
                <a:lnTo>
                  <a:pt x="31" y="6054"/>
                </a:lnTo>
                <a:lnTo>
                  <a:pt x="31" y="6460"/>
                </a:lnTo>
                <a:lnTo>
                  <a:pt x="0" y="64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60" name="任意多边形: 形状 359"/>
          <p:cNvSpPr/>
          <p:nvPr>
            <p:custDataLst>
              <p:tags r:id="rId4"/>
            </p:custDataLst>
          </p:nvPr>
        </p:nvSpPr>
        <p:spPr>
          <a:xfrm>
            <a:off x="10784840" y="5510530"/>
            <a:ext cx="800100" cy="800100"/>
          </a:xfrm>
          <a:custGeom>
            <a:avLst/>
            <a:gdLst>
              <a:gd name="connsiteX0" fmla="*/ 0 w 800100"/>
              <a:gd name="connsiteY0" fmla="*/ 0 h 800100"/>
              <a:gd name="connsiteX1" fmla="*/ 800100 w 800100"/>
              <a:gd name="connsiteY1" fmla="*/ 0 h 800100"/>
              <a:gd name="connsiteX2" fmla="*/ 0 w 800100"/>
              <a:gd name="connsiteY2" fmla="*/ 800100 h 800100"/>
              <a:gd name="connsiteX3" fmla="*/ 0 w 800100"/>
              <a:gd name="connsiteY3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800100">
                <a:moveTo>
                  <a:pt x="0" y="0"/>
                </a:moveTo>
                <a:lnTo>
                  <a:pt x="800100" y="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356"/>
          <p:cNvSpPr/>
          <p:nvPr>
            <p:custDataLst>
              <p:tags r:id="rId5"/>
            </p:custDataLst>
          </p:nvPr>
        </p:nvSpPr>
        <p:spPr>
          <a:xfrm>
            <a:off x="676910" y="1811655"/>
            <a:ext cx="10904220" cy="4461510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762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22" name="矩形: 圆角 21"/>
          <p:cNvSpPr/>
          <p:nvPr>
            <p:custDataLst>
              <p:tags r:id="rId6"/>
            </p:custDataLst>
          </p:nvPr>
        </p:nvSpPr>
        <p:spPr>
          <a:xfrm>
            <a:off x="672465" y="1718310"/>
            <a:ext cx="10904855" cy="4432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7"/>
            </p:custDataLst>
          </p:nvPr>
        </p:nvSpPr>
        <p:spPr>
          <a:xfrm flipH="1">
            <a:off x="1030922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弧形 2"/>
          <p:cNvSpPr/>
          <p:nvPr>
            <p:custDataLst>
              <p:tags r:id="rId8"/>
            </p:custDataLst>
          </p:nvPr>
        </p:nvSpPr>
        <p:spPr>
          <a:xfrm flipH="1">
            <a:off x="10257790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9"/>
            </p:custDataLst>
          </p:nvPr>
        </p:nvSpPr>
        <p:spPr>
          <a:xfrm flipH="1">
            <a:off x="9706610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弧形 4"/>
          <p:cNvSpPr/>
          <p:nvPr>
            <p:custDataLst>
              <p:tags r:id="rId10"/>
            </p:custDataLst>
          </p:nvPr>
        </p:nvSpPr>
        <p:spPr>
          <a:xfrm flipH="1">
            <a:off x="9655175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11"/>
            </p:custDataLst>
          </p:nvPr>
        </p:nvSpPr>
        <p:spPr>
          <a:xfrm flipH="1">
            <a:off x="910399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弧形 6"/>
          <p:cNvSpPr/>
          <p:nvPr>
            <p:custDataLst>
              <p:tags r:id="rId12"/>
            </p:custDataLst>
          </p:nvPr>
        </p:nvSpPr>
        <p:spPr>
          <a:xfrm flipH="1">
            <a:off x="9052560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3"/>
            </p:custDataLst>
          </p:nvPr>
        </p:nvSpPr>
        <p:spPr>
          <a:xfrm>
            <a:off x="159956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弧形 9"/>
          <p:cNvSpPr/>
          <p:nvPr>
            <p:custDataLst>
              <p:tags r:id="rId14"/>
            </p:custDataLst>
          </p:nvPr>
        </p:nvSpPr>
        <p:spPr>
          <a:xfrm>
            <a:off x="1576070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15"/>
            </p:custDataLst>
          </p:nvPr>
        </p:nvSpPr>
        <p:spPr>
          <a:xfrm>
            <a:off x="2202180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弧形 18"/>
          <p:cNvSpPr/>
          <p:nvPr>
            <p:custDataLst>
              <p:tags r:id="rId16"/>
            </p:custDataLst>
          </p:nvPr>
        </p:nvSpPr>
        <p:spPr>
          <a:xfrm>
            <a:off x="2179320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280479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弧形 20"/>
          <p:cNvSpPr/>
          <p:nvPr>
            <p:custDataLst>
              <p:tags r:id="rId18"/>
            </p:custDataLst>
          </p:nvPr>
        </p:nvSpPr>
        <p:spPr>
          <a:xfrm>
            <a:off x="2780665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1384935" y="2330450"/>
            <a:ext cx="9409430" cy="377952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lvl="0" indent="0" algn="just" fontAlgn="auto">
              <a:lnSpc>
                <a:spcPct val="150000"/>
              </a:lnSpc>
            </a:pPr>
            <a:r>
              <a:rPr lang="zh-CN" altLang="en-US" sz="2400">
                <a:sym typeface="+mn-ea"/>
              </a:rPr>
              <a:t>小吉祥天</a:t>
            </a:r>
            <a:r>
              <a:rPr lang="zh-CN" altLang="en-US" sz="2400"/>
              <a:t>擅长单元剧叙事，每个独立故事既悬疑又充满人性思考，如《黄泉篇》的凄美爱情、《饕餮》的贪婪寓言等。</a:t>
            </a:r>
            <a:r>
              <a:rPr lang="en-US" altLang="zh-CN" sz="2400"/>
              <a:t>  </a:t>
            </a:r>
            <a:endParaRPr lang="en-US" altLang="zh-CN" sz="2400"/>
          </a:p>
          <a:p>
            <a:pPr marL="0" lvl="0" indent="0" algn="just" fontAlgn="auto">
              <a:lnSpc>
                <a:spcPct val="150000"/>
              </a:lnSpc>
            </a:pPr>
            <a:r>
              <a:rPr lang="zh-CN" altLang="en-US" sz="2400"/>
              <a:t>小吉祥天在创作时注重即兴调整，如根据拍摄场景和演员特质调整剧情，使得故事更具真实感。</a:t>
            </a:r>
            <a:endParaRPr lang="zh-CN" altLang="en-US" sz="2400"/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4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noFill/>
        </p:spPr>
        <p:txBody>
          <a:bodyPr wrap="square" lIns="91440" tIns="45720" rIns="91440" bIns="45720" rtlCol="0" anchor="b">
            <a:noAutofit/>
          </a:bodyPr>
          <a:lstStyle/>
          <a:p>
            <a:r>
              <a:rPr lang="zh-CN" altLang="en-US" dirty="0"/>
              <a:t>摄影指导：</a:t>
            </a:r>
            <a:r>
              <a:rPr lang="zh-CN" altLang="en-US" dirty="0"/>
              <a:t>鞠昀</a:t>
            </a:r>
            <a:endParaRPr lang="zh-CN" altLang="en-US" dirty="0"/>
          </a:p>
        </p:txBody>
      </p:sp>
      <p:sp>
        <p:nvSpPr>
          <p:cNvPr id="2" name="任意形状 2"/>
          <p:cNvSpPr/>
          <p:nvPr>
            <p:custDataLst>
              <p:tags r:id="rId2"/>
            </p:custDataLst>
          </p:nvPr>
        </p:nvSpPr>
        <p:spPr>
          <a:xfrm>
            <a:off x="248" y="1543467"/>
            <a:ext cx="12191753" cy="5314831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chemeClr val="accent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 dirty="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4" name="任意形状 1"/>
          <p:cNvSpPr/>
          <p:nvPr>
            <p:custDataLst>
              <p:tags r:id="rId3"/>
            </p:custDataLst>
          </p:nvPr>
        </p:nvSpPr>
        <p:spPr>
          <a:xfrm>
            <a:off x="248" y="1608236"/>
            <a:ext cx="12191753" cy="5249987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68000">
                <a:schemeClr val="accent1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6" name="任意多边形: 形状 20"/>
          <p:cNvSpPr/>
          <p:nvPr>
            <p:custDataLst>
              <p:tags r:id="rId4"/>
            </p:custDataLst>
          </p:nvPr>
        </p:nvSpPr>
        <p:spPr>
          <a:xfrm>
            <a:off x="4058" y="1608235"/>
            <a:ext cx="12188501" cy="5214028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 dirty="0">
              <a:latin typeface="+mj-ea"/>
              <a:ea typeface="+mj-ea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3173914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3116765" y="3949434"/>
            <a:ext cx="1148784" cy="5659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kumimoji="1" lang="en-US" altLang="zh-CN" sz="28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2063321" y="5025102"/>
            <a:ext cx="3256427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擅长运用色彩、光影打造视觉冲击力强的画面，适应不同场景和情感氛围。</a:t>
            </a:r>
            <a:endParaRPr lang="zh-CN" altLang="en-US" sz="200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7" name="椭圆 16"/>
          <p:cNvSpPr/>
          <p:nvPr>
            <p:custDataLst>
              <p:tags r:id="rId8"/>
            </p:custDataLst>
          </p:nvPr>
        </p:nvSpPr>
        <p:spPr>
          <a:xfrm>
            <a:off x="7985211" y="2791217"/>
            <a:ext cx="1034696" cy="1034696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7928062" y="3949434"/>
            <a:ext cx="1148783" cy="5659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kumimoji="1" lang="en-US" altLang="zh-CN" sz="28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6873349" y="5016847"/>
            <a:ext cx="3256427" cy="1462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作品如《灵魂摆渡》等，在画面表现上广受好评。</a:t>
            </a:r>
            <a:endParaRPr lang="zh-CN" altLang="en-US" sz="2000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矩形 34"/>
          <p:cNvSpPr/>
          <p:nvPr>
            <p:custDataLst>
              <p:tags r:id="rId11"/>
            </p:custDataLst>
          </p:nvPr>
        </p:nvSpPr>
        <p:spPr>
          <a:xfrm>
            <a:off x="2062051" y="4531717"/>
            <a:ext cx="3257934" cy="40728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摄影风格</a:t>
            </a:r>
            <a:endParaRPr lang="zh-CN" altLang="en-US" sz="28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873349" y="4531717"/>
            <a:ext cx="3257933" cy="40728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 defTabSz="914400">
              <a:spcBef>
                <a:spcPct val="0"/>
              </a:spcBef>
              <a:spcAft>
                <a:spcPct val="0"/>
              </a:spcAft>
              <a:tabLst>
                <a:tab pos="1074420" algn="l"/>
              </a:tabLst>
            </a:pPr>
            <a:r>
              <a:rPr lang="zh-CN" altLang="en-US" sz="24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代表作品</a:t>
            </a:r>
            <a:endParaRPr lang="zh-CN" altLang="en-US" sz="24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37" name="图形 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21559" y="3038862"/>
            <a:ext cx="542632" cy="539849"/>
          </a:xfrm>
          <a:prstGeom prst="rect">
            <a:avLst/>
          </a:prstGeom>
        </p:spPr>
      </p:pic>
      <p:pic>
        <p:nvPicPr>
          <p:cNvPr id="38" name="图形 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50636" y="3064262"/>
            <a:ext cx="505642" cy="488972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美术指导</a:t>
            </a:r>
            <a:endParaRPr lang="zh-CN" altLang="en-US"/>
          </a:p>
        </p:txBody>
      </p:sp>
      <p:pic>
        <p:nvPicPr>
          <p:cNvPr id="16" name="图片 15" descr="/data/temp/d00ed3eb-2d59-11f0-a328-fa0558738c17.jpg@base@tag=imgScale&amp;m=1&amp;w=729&amp;h=779&amp;q=95d00ed3eb-2d59-11f0-a328-fa0558738c17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9962" b="9962"/>
          <a:stretch>
            <a:fillRect/>
          </a:stretch>
        </p:blipFill>
        <p:spPr>
          <a:xfrm>
            <a:off x="1958008" y="1157443"/>
            <a:ext cx="2845381" cy="3037942"/>
          </a:xfrm>
          <a:custGeom>
            <a:avLst/>
            <a:gdLst>
              <a:gd name="connsiteX0" fmla="*/ 1313698 w 2627403"/>
              <a:gd name="connsiteY0" fmla="*/ 0 h 2805212"/>
              <a:gd name="connsiteX1" fmla="*/ 1393218 w 2627403"/>
              <a:gd name="connsiteY1" fmla="*/ 19125 h 2805212"/>
              <a:gd name="connsiteX2" fmla="*/ 2529110 w 2627403"/>
              <a:gd name="connsiteY2" fmla="*/ 587071 h 2805212"/>
              <a:gd name="connsiteX3" fmla="*/ 2627403 w 2627403"/>
              <a:gd name="connsiteY3" fmla="*/ 746105 h 2805212"/>
              <a:gd name="connsiteX4" fmla="*/ 2627403 w 2627403"/>
              <a:gd name="connsiteY4" fmla="*/ 2059094 h 2805212"/>
              <a:gd name="connsiteX5" fmla="*/ 2529117 w 2627403"/>
              <a:gd name="connsiteY5" fmla="*/ 2218139 h 2805212"/>
              <a:gd name="connsiteX6" fmla="*/ 1393225 w 2627403"/>
              <a:gd name="connsiteY6" fmla="*/ 2786085 h 2805212"/>
              <a:gd name="connsiteX7" fmla="*/ 1234185 w 2627403"/>
              <a:gd name="connsiteY7" fmla="*/ 2786089 h 2805212"/>
              <a:gd name="connsiteX8" fmla="*/ 98293 w 2627403"/>
              <a:gd name="connsiteY8" fmla="*/ 2218143 h 2805212"/>
              <a:gd name="connsiteX9" fmla="*/ 0 w 2627403"/>
              <a:gd name="connsiteY9" fmla="*/ 2059109 h 2805212"/>
              <a:gd name="connsiteX10" fmla="*/ 0 w 2627403"/>
              <a:gd name="connsiteY10" fmla="*/ 746120 h 2805212"/>
              <a:gd name="connsiteX11" fmla="*/ 98286 w 2627403"/>
              <a:gd name="connsiteY11" fmla="*/ 587075 h 2805212"/>
              <a:gd name="connsiteX12" fmla="*/ 1234178 w 2627403"/>
              <a:gd name="connsiteY12" fmla="*/ 19129 h 2805212"/>
              <a:gd name="connsiteX13" fmla="*/ 1313698 w 2627403"/>
              <a:gd name="connsiteY13" fmla="*/ 0 h 28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27403" h="2805212">
                <a:moveTo>
                  <a:pt x="1313698" y="0"/>
                </a:moveTo>
                <a:cubicBezTo>
                  <a:pt x="1340707" y="-1"/>
                  <a:pt x="1367716" y="6374"/>
                  <a:pt x="1393218" y="19125"/>
                </a:cubicBezTo>
                <a:cubicBezTo>
                  <a:pt x="1444222" y="44627"/>
                  <a:pt x="2467209" y="556120"/>
                  <a:pt x="2529110" y="587071"/>
                </a:cubicBezTo>
                <a:cubicBezTo>
                  <a:pt x="2591012" y="618021"/>
                  <a:pt x="2627404" y="676896"/>
                  <a:pt x="2627403" y="746105"/>
                </a:cubicBezTo>
                <a:lnTo>
                  <a:pt x="2627403" y="2059094"/>
                </a:lnTo>
                <a:cubicBezTo>
                  <a:pt x="2627404" y="2128301"/>
                  <a:pt x="2591020" y="2187187"/>
                  <a:pt x="2529117" y="2218139"/>
                </a:cubicBezTo>
                <a:cubicBezTo>
                  <a:pt x="2467217" y="2249089"/>
                  <a:pt x="1444230" y="2760582"/>
                  <a:pt x="1393225" y="2786085"/>
                </a:cubicBezTo>
                <a:cubicBezTo>
                  <a:pt x="1342222" y="2811586"/>
                  <a:pt x="1285190" y="2811590"/>
                  <a:pt x="1234185" y="2786089"/>
                </a:cubicBezTo>
                <a:cubicBezTo>
                  <a:pt x="1183181" y="2760586"/>
                  <a:pt x="160195" y="2249092"/>
                  <a:pt x="98293" y="2218143"/>
                </a:cubicBezTo>
                <a:cubicBezTo>
                  <a:pt x="36393" y="2187191"/>
                  <a:pt x="1" y="2128316"/>
                  <a:pt x="0" y="2059109"/>
                </a:cubicBezTo>
                <a:cubicBezTo>
                  <a:pt x="1" y="1989900"/>
                  <a:pt x="1" y="815327"/>
                  <a:pt x="0" y="746120"/>
                </a:cubicBezTo>
                <a:cubicBezTo>
                  <a:pt x="1" y="676911"/>
                  <a:pt x="36386" y="618025"/>
                  <a:pt x="98286" y="587075"/>
                </a:cubicBezTo>
                <a:cubicBezTo>
                  <a:pt x="160188" y="556123"/>
                  <a:pt x="1183174" y="44630"/>
                  <a:pt x="1234178" y="19129"/>
                </a:cubicBezTo>
                <a:cubicBezTo>
                  <a:pt x="1259681" y="6378"/>
                  <a:pt x="1286689" y="1"/>
                  <a:pt x="131369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125855" y="4849495"/>
            <a:ext cx="4507865" cy="15868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专注于奇幻题材，丰富经验，独特见解，构建逼真奇幻世界。</a:t>
            </a:r>
            <a:endParaRPr lang="zh-CN" altLang="en-US" sz="20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753375" y="4195594"/>
            <a:ext cx="3683311" cy="50064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 dirty="0">
                <a:solidFill>
                  <a:schemeClr val="accent1"/>
                </a:solidFill>
                <a:latin typeface="+mn-ea"/>
                <a:cs typeface="+mn-ea"/>
              </a:rPr>
              <a:t>《灵魂摆渡》的</a:t>
            </a:r>
            <a:r>
              <a:rPr lang="zh-CN" altLang="en-US" sz="2800" b="1" kern="0" dirty="0">
                <a:solidFill>
                  <a:schemeClr val="accent1"/>
                </a:solidFill>
                <a:latin typeface="+mn-ea"/>
                <a:cs typeface="+mn-ea"/>
              </a:rPr>
              <a:t>团队</a:t>
            </a:r>
            <a:endParaRPr lang="zh-CN" altLang="en-US" sz="28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3" name="图片 12" descr="C:/Users/孙秀娟/Desktop/c38a758b50d986363085f0e004eee1f1_fullsize.jpgc38a758b50d986363085f0e004eee1f1_fullsize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3179" r="3179"/>
          <a:stretch>
            <a:fillRect/>
          </a:stretch>
        </p:blipFill>
        <p:spPr>
          <a:xfrm>
            <a:off x="7384504" y="1250153"/>
            <a:ext cx="2845381" cy="3037942"/>
          </a:xfrm>
          <a:custGeom>
            <a:avLst/>
            <a:gdLst>
              <a:gd name="connsiteX0" fmla="*/ 1313698 w 2627403"/>
              <a:gd name="connsiteY0" fmla="*/ 0 h 2805212"/>
              <a:gd name="connsiteX1" fmla="*/ 1393218 w 2627403"/>
              <a:gd name="connsiteY1" fmla="*/ 19125 h 2805212"/>
              <a:gd name="connsiteX2" fmla="*/ 2529110 w 2627403"/>
              <a:gd name="connsiteY2" fmla="*/ 587071 h 2805212"/>
              <a:gd name="connsiteX3" fmla="*/ 2627403 w 2627403"/>
              <a:gd name="connsiteY3" fmla="*/ 746105 h 2805212"/>
              <a:gd name="connsiteX4" fmla="*/ 2627403 w 2627403"/>
              <a:gd name="connsiteY4" fmla="*/ 2059094 h 2805212"/>
              <a:gd name="connsiteX5" fmla="*/ 2529117 w 2627403"/>
              <a:gd name="connsiteY5" fmla="*/ 2218139 h 2805212"/>
              <a:gd name="connsiteX6" fmla="*/ 1393225 w 2627403"/>
              <a:gd name="connsiteY6" fmla="*/ 2786085 h 2805212"/>
              <a:gd name="connsiteX7" fmla="*/ 1234185 w 2627403"/>
              <a:gd name="connsiteY7" fmla="*/ 2786089 h 2805212"/>
              <a:gd name="connsiteX8" fmla="*/ 98293 w 2627403"/>
              <a:gd name="connsiteY8" fmla="*/ 2218143 h 2805212"/>
              <a:gd name="connsiteX9" fmla="*/ 0 w 2627403"/>
              <a:gd name="connsiteY9" fmla="*/ 2059109 h 2805212"/>
              <a:gd name="connsiteX10" fmla="*/ 0 w 2627403"/>
              <a:gd name="connsiteY10" fmla="*/ 746120 h 2805212"/>
              <a:gd name="connsiteX11" fmla="*/ 98286 w 2627403"/>
              <a:gd name="connsiteY11" fmla="*/ 587075 h 2805212"/>
              <a:gd name="connsiteX12" fmla="*/ 1234178 w 2627403"/>
              <a:gd name="connsiteY12" fmla="*/ 19129 h 2805212"/>
              <a:gd name="connsiteX13" fmla="*/ 1313698 w 2627403"/>
              <a:gd name="connsiteY13" fmla="*/ 0 h 28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27403" h="2805212">
                <a:moveTo>
                  <a:pt x="1313698" y="0"/>
                </a:moveTo>
                <a:cubicBezTo>
                  <a:pt x="1340707" y="-1"/>
                  <a:pt x="1367715" y="6374"/>
                  <a:pt x="1393218" y="19125"/>
                </a:cubicBezTo>
                <a:cubicBezTo>
                  <a:pt x="1444222" y="44627"/>
                  <a:pt x="2467209" y="556120"/>
                  <a:pt x="2529110" y="587071"/>
                </a:cubicBezTo>
                <a:cubicBezTo>
                  <a:pt x="2591012" y="618021"/>
                  <a:pt x="2627404" y="676896"/>
                  <a:pt x="2627403" y="746105"/>
                </a:cubicBezTo>
                <a:cubicBezTo>
                  <a:pt x="2627404" y="815312"/>
                  <a:pt x="2627404" y="1989885"/>
                  <a:pt x="2627403" y="2059094"/>
                </a:cubicBezTo>
                <a:cubicBezTo>
                  <a:pt x="2627404" y="2128301"/>
                  <a:pt x="2591020" y="2187187"/>
                  <a:pt x="2529117" y="2218139"/>
                </a:cubicBezTo>
                <a:cubicBezTo>
                  <a:pt x="2467217" y="2249089"/>
                  <a:pt x="1444230" y="2760582"/>
                  <a:pt x="1393225" y="2786085"/>
                </a:cubicBezTo>
                <a:cubicBezTo>
                  <a:pt x="1342222" y="2811586"/>
                  <a:pt x="1285190" y="2811590"/>
                  <a:pt x="1234185" y="2786089"/>
                </a:cubicBezTo>
                <a:cubicBezTo>
                  <a:pt x="1183181" y="2760586"/>
                  <a:pt x="160195" y="2249092"/>
                  <a:pt x="98293" y="2218143"/>
                </a:cubicBezTo>
                <a:cubicBezTo>
                  <a:pt x="36393" y="2187191"/>
                  <a:pt x="1" y="2128316"/>
                  <a:pt x="0" y="2059109"/>
                </a:cubicBezTo>
                <a:cubicBezTo>
                  <a:pt x="1" y="1989900"/>
                  <a:pt x="1" y="815327"/>
                  <a:pt x="0" y="746120"/>
                </a:cubicBezTo>
                <a:cubicBezTo>
                  <a:pt x="1" y="676911"/>
                  <a:pt x="36386" y="618025"/>
                  <a:pt x="98286" y="587075"/>
                </a:cubicBezTo>
                <a:cubicBezTo>
                  <a:pt x="160188" y="556123"/>
                  <a:pt x="1183174" y="44630"/>
                  <a:pt x="1234178" y="19129"/>
                </a:cubicBezTo>
                <a:cubicBezTo>
                  <a:pt x="1259681" y="6378"/>
                  <a:pt x="1286689" y="1"/>
                  <a:pt x="131369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6553835" y="4881245"/>
            <a:ext cx="4507865" cy="15551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参与多部作品，如《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古董局中局》设计古董灵物、工作场所，符合设定且美观。</a:t>
            </a:r>
            <a:endParaRPr lang="zh-CN" altLang="en-US" sz="20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7180951" y="4380799"/>
            <a:ext cx="3254110" cy="50063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>
                <a:solidFill>
                  <a:schemeClr val="accent1"/>
                </a:solidFill>
                <a:latin typeface="+mn-ea"/>
                <a:cs typeface="+mn-ea"/>
              </a:rPr>
              <a:t>壹加传媒</a:t>
            </a:r>
            <a:endParaRPr lang="zh-CN" altLang="en-US" sz="28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演员阵容</a:t>
            </a:r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61290" y="1779905"/>
            <a:ext cx="4008120" cy="25120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邀请 [周也] 饰演，她形象气质与南星相符，具有出色的演技和强大的气场，能够演绎出南星外表的冷漠和内心的温柔坚韧。在《少年的你》《山河令》中都有精彩表现，成功塑造了多个性格鲜</a:t>
            </a: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明的角色，深受观众喜爱。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496695" y="1044575"/>
            <a:ext cx="2380615" cy="6699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女主南星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8193405" y="1971040"/>
            <a:ext cx="3856355" cy="47574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由 [胡先煦] 出演，他阳光帅气，性格开朗，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身上有着一种灵动活泼的气质，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具有出色的喜剧天赋和情感演绎能力，能够诠释出邱辞玩世不恭外表下的深情和责任感。在 《小别离》《棋魂》 等作品中展现了出色的表演功底，展现出了角色的机灵与俏皮。这与邱辞乐观开朗、古灵精怪的性格特点较为相符，能够通过自身的气质为角色增添一份灵动之美。与女主的搭配具有很强的 CP 感。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8194040" y="1229360"/>
            <a:ext cx="2827655" cy="6699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男主邱辞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5" name="图片 24" descr="C:/Users/孙秀娟/Desktop/微信图片_20250511192356.jpg微信图片_20250511192356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t="14347" b="14347"/>
          <a:stretch>
            <a:fillRect/>
          </a:stretch>
        </p:blipFill>
        <p:spPr>
          <a:xfrm>
            <a:off x="4169410" y="1508125"/>
            <a:ext cx="1783715" cy="1848485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6" name="图片 25" descr="C:/Users/孙秀娟/Desktop/微信图片_20250511201013.jpg微信图片_20250511201013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t="8046" b="8046"/>
          <a:stretch>
            <a:fillRect/>
          </a:stretch>
        </p:blipFill>
        <p:spPr>
          <a:xfrm>
            <a:off x="6410028" y="2731546"/>
            <a:ext cx="1783726" cy="1783726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八边形 1"/>
          <p:cNvSpPr/>
          <p:nvPr>
            <p:custDataLst>
              <p:tags r:id="rId10"/>
            </p:custDataLst>
          </p:nvPr>
        </p:nvSpPr>
        <p:spPr>
          <a:xfrm>
            <a:off x="4251669" y="2731546"/>
            <a:ext cx="557542" cy="55754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8" name="八边形 17"/>
          <p:cNvSpPr/>
          <p:nvPr>
            <p:custDataLst>
              <p:tags r:id="rId11"/>
            </p:custDataLst>
          </p:nvPr>
        </p:nvSpPr>
        <p:spPr>
          <a:xfrm>
            <a:off x="7635686" y="3957902"/>
            <a:ext cx="557542" cy="55754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1290" y="4138295"/>
            <a:ext cx="4261485" cy="254381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40000"/>
              </a:lnSpc>
              <a:buClrTx/>
              <a:buSzTx/>
              <a:buFontTx/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角色契合度方面周也自身所具有的青春感和少女感，能够贴合《偷命》女主年轻的设定。而且她在以往角色中展现出的那种在困境中顽强生长的特质，与《偷命》女主可能面临的种种危险和挑战相呼应，让人相信她能够诠释出女主在经历各种事件后的成长与蜕变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280271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拍摄计划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1714" y="1577285"/>
            <a:ext cx="9144000" cy="1224000"/>
          </a:xfrm>
        </p:spPr>
        <p:txBody>
          <a:bodyPr/>
          <a:lstStyle/>
          <a:p>
            <a:r>
              <a:rPr lang="zh-CN" altLang="en-US" dirty="0"/>
              <a:t>05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data/temp/d15fee50-2d59-11f0-af01-925dec42025e.jpg@base@tag=imgScale&amp;m=1&amp;w=2998&amp;h=831&amp;q=95d15fee50-2d59-11f0-af01-925dec42025e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t="10592"/>
          <a:stretch>
            <a:fillRect/>
          </a:stretch>
        </p:blipFill>
        <p:spPr>
          <a:xfrm>
            <a:off x="553720" y="1020445"/>
            <a:ext cx="10800080" cy="29933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0301605" y="4163098"/>
            <a:ext cx="1195070" cy="7359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custDataLst>
              <p:tags r:id="rId4"/>
            </p:custDataLst>
          </p:nvPr>
        </p:nvSpPr>
        <p:spPr>
          <a:xfrm rot="10800000">
            <a:off x="10639743" y="4330738"/>
            <a:ext cx="531495" cy="4006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51" h="986">
                <a:moveTo>
                  <a:pt x="1262" y="0"/>
                </a:moveTo>
                <a:lnTo>
                  <a:pt x="1351" y="188"/>
                </a:lnTo>
                <a:cubicBezTo>
                  <a:pt x="1260" y="218"/>
                  <a:pt x="1195" y="260"/>
                  <a:pt x="1155" y="314"/>
                </a:cubicBezTo>
                <a:cubicBezTo>
                  <a:pt x="1116" y="369"/>
                  <a:pt x="1095" y="440"/>
                  <a:pt x="1093" y="530"/>
                </a:cubicBezTo>
                <a:lnTo>
                  <a:pt x="1314" y="530"/>
                </a:lnTo>
                <a:lnTo>
                  <a:pt x="1314" y="986"/>
                </a:lnTo>
                <a:lnTo>
                  <a:pt x="858" y="986"/>
                </a:lnTo>
                <a:lnTo>
                  <a:pt x="858" y="660"/>
                </a:lnTo>
                <a:cubicBezTo>
                  <a:pt x="858" y="528"/>
                  <a:pt x="870" y="424"/>
                  <a:pt x="893" y="348"/>
                </a:cubicBezTo>
                <a:cubicBezTo>
                  <a:pt x="916" y="272"/>
                  <a:pt x="959" y="203"/>
                  <a:pt x="1022" y="143"/>
                </a:cubicBezTo>
                <a:cubicBezTo>
                  <a:pt x="1084" y="82"/>
                  <a:pt x="1164" y="35"/>
                  <a:pt x="1262" y="0"/>
                </a:cubicBezTo>
                <a:close/>
                <a:moveTo>
                  <a:pt x="404" y="0"/>
                </a:moveTo>
                <a:lnTo>
                  <a:pt x="493" y="188"/>
                </a:lnTo>
                <a:cubicBezTo>
                  <a:pt x="402" y="218"/>
                  <a:pt x="337" y="260"/>
                  <a:pt x="297" y="314"/>
                </a:cubicBezTo>
                <a:cubicBezTo>
                  <a:pt x="258" y="369"/>
                  <a:pt x="237" y="440"/>
                  <a:pt x="235" y="530"/>
                </a:cubicBezTo>
                <a:lnTo>
                  <a:pt x="456" y="530"/>
                </a:lnTo>
                <a:lnTo>
                  <a:pt x="456" y="986"/>
                </a:lnTo>
                <a:lnTo>
                  <a:pt x="0" y="986"/>
                </a:lnTo>
                <a:lnTo>
                  <a:pt x="0" y="660"/>
                </a:lnTo>
                <a:cubicBezTo>
                  <a:pt x="0" y="528"/>
                  <a:pt x="12" y="424"/>
                  <a:pt x="35" y="348"/>
                </a:cubicBezTo>
                <a:cubicBezTo>
                  <a:pt x="58" y="272"/>
                  <a:pt x="101" y="203"/>
                  <a:pt x="164" y="143"/>
                </a:cubicBezTo>
                <a:cubicBezTo>
                  <a:pt x="226" y="82"/>
                  <a:pt x="306" y="35"/>
                  <a:pt x="404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effectLst/>
        </p:spPr>
        <p:txBody>
          <a:bodyPr vert="horz" wrap="square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16600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/>
              <a:t>拍摄地点</a:t>
            </a:r>
            <a:endParaRPr 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6461760" y="4689475"/>
            <a:ext cx="5395595" cy="1977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搭建大型摄影棚，运用特效和美术置景，打造出神秘的灵物世界，如存放古董灵物的仓库、灵界的神秘空间等。通过独特的场景设计和灯光布置，展现出灵物世界的奇幻与神秘，让观众仿佛身临其境。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7109601" y="4137978"/>
            <a:ext cx="4747754" cy="4187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灵物世界场景：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184785" y="4556760"/>
            <a:ext cx="5513705" cy="21907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选择具有历史文化底蕴的城市和古镇作为拍摄地，如北京、西安、乌镇等，真实还原故事中的现实场景，展现出古朴与现代的结合。同时，搭建一些室内场景，如南星的工作室、邱辞的居所等，通过精心布置的道具和场景细节，营造出故事所需的氛围。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498072" y="4137978"/>
            <a:ext cx="4747754" cy="4187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现实世界场景：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拍摄时间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53365" y="1205821"/>
            <a:ext cx="3579213" cy="5211506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218712" y="1205821"/>
            <a:ext cx="3579213" cy="521085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8198360" y="1206471"/>
            <a:ext cx="3579213" cy="5210856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9" name="图片 8" descr="/data/temp/d02e2850-2d59-11f0-a0a1-12b932b23dd7.jpg@base@tag=imgScale&amp;m=1&amp;w=932&amp;h=529&amp;q=95d02e2850-2d59-11f0-a0a1-12b932b23dd7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 l="9139" t="9137" r="4676" b="3844"/>
          <a:stretch>
            <a:fillRect/>
          </a:stretch>
        </p:blipFill>
        <p:spPr>
          <a:xfrm>
            <a:off x="8184059" y="1205821"/>
            <a:ext cx="3579213" cy="15724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9" name="图片 18" descr="/data/temp/d02e28a0-2d59-11f0-a0a1-12b932b23dd7.jpg@base@tag=imgScale&amp;m=1&amp;w=932&amp;h=529&amp;q=95d02e28a0-2d59-11f0-a0a1-12b932b23dd7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/>
          <a:srcRect t="9441" b="5471"/>
          <a:stretch>
            <a:fillRect/>
          </a:stretch>
        </p:blipFill>
        <p:spPr>
          <a:xfrm>
            <a:off x="4218712" y="1205821"/>
            <a:ext cx="3579213" cy="157183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20" name="图片 19" descr="/data/temp/d02e28b8-2d59-11f0-a0a1-12b932b23dd7.jpg@base@tag=imgScale&amp;m=1&amp;w=932&amp;h=529&amp;q=95d02e28b8-2d59-11f0-a0a1-12b932b23dd7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 t="7510" b="7510"/>
          <a:stretch>
            <a:fillRect/>
          </a:stretch>
        </p:blipFill>
        <p:spPr>
          <a:xfrm>
            <a:off x="253365" y="1165518"/>
            <a:ext cx="3579213" cy="161149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370417" y="2865345"/>
            <a:ext cx="2835970" cy="56776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筹备期：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个月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367665" y="3403600"/>
            <a:ext cx="3264535" cy="29140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剧本定稿、演员选角、拍摄场地确定、道具服装准备等前期工作。与原著作者沟通，确保改编后的剧本忠实于原著精神，同时符合影视化的要求。进行演员试镜和筛选，确定最终的演员阵容。与拍摄场地进行洽谈和预定，制定详细的拍摄计划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4390745" y="2858065"/>
            <a:ext cx="2768957" cy="5546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拍摄期：3 个月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4"/>
            </p:custDataLst>
          </p:nvPr>
        </p:nvSpPr>
        <p:spPr>
          <a:xfrm>
            <a:off x="4312920" y="3412490"/>
            <a:ext cx="3138170" cy="29063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按照拍摄计划进行实地拍摄，确保拍摄进度和质量。根据不同的场景和剧情需求，合理安排拍摄时间和拍摄顺序。注重演员的表演细节和画面的质感，及时调整拍摄方案，确保拍摄效果达到预期。</a:t>
            </a:r>
            <a:endParaRPr lang="zh-CN" altLang="en-US" sz="16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5"/>
            </p:custDataLst>
          </p:nvPr>
        </p:nvSpPr>
        <p:spPr>
          <a:xfrm>
            <a:off x="8388238" y="2874445"/>
            <a:ext cx="2832582" cy="5677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后期制作：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个月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6"/>
            </p:custDataLst>
          </p:nvPr>
        </p:nvSpPr>
        <p:spPr>
          <a:xfrm>
            <a:off x="8200390" y="3341370"/>
            <a:ext cx="3154045" cy="2976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进行剪辑、特效制作、配音、配乐等后期工作，打造出高质量的影视作品。剪辑师根据拍摄素材，精心剪辑出流畅的剧情；特效团队制作出逼真的特效画面；配音演员为角色配音，使角色形象更加生动；配乐师根据剧情和情感氛围，创作贴合的音乐，增强剧集的感染力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280271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制作预算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1714" y="1577285"/>
            <a:ext cx="9144000" cy="1224000"/>
          </a:xfrm>
        </p:spPr>
        <p:txBody>
          <a:bodyPr/>
          <a:lstStyle/>
          <a:p>
            <a:r>
              <a:rPr lang="zh-CN" altLang="en-US" dirty="0"/>
              <a:t>06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/data/temp/d197e468-2d59-11f0-888e-fe12b53a8e9e.jpg@base@tag=imgScale&amp;m=1&amp;w=3384&amp;h=1067&amp;q=95d197e468-2d59-11f0-888e-fe12b53a8e9e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r="11371"/>
          <a:stretch>
            <a:fillRect/>
          </a:stretch>
        </p:blipFill>
        <p:spPr>
          <a:xfrm>
            <a:off x="0" y="0"/>
            <a:ext cx="12192000" cy="3843655"/>
          </a:xfrm>
          <a:custGeom>
            <a:avLst/>
            <a:gdLst>
              <a:gd name="connsiteX0" fmla="*/ 0 w 10800000"/>
              <a:gd name="connsiteY0" fmla="*/ 0 h 3477260"/>
              <a:gd name="connsiteX1" fmla="*/ 10800000 w 10800000"/>
              <a:gd name="connsiteY1" fmla="*/ 0 h 3477260"/>
              <a:gd name="connsiteX2" fmla="*/ 10800000 w 10800000"/>
              <a:gd name="connsiteY2" fmla="*/ 3477260 h 3477260"/>
              <a:gd name="connsiteX3" fmla="*/ 0 w 10800000"/>
              <a:gd name="connsiteY3" fmla="*/ 3477260 h 347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0000" h="3477260">
                <a:moveTo>
                  <a:pt x="0" y="0"/>
                </a:moveTo>
                <a:lnTo>
                  <a:pt x="10800000" y="0"/>
                </a:lnTo>
                <a:lnTo>
                  <a:pt x="10800000" y="3477260"/>
                </a:lnTo>
                <a:lnTo>
                  <a:pt x="0" y="347726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6350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05155" y="4117340"/>
            <a:ext cx="6261100" cy="5708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</a:rPr>
              <a:t>总预算</a:t>
            </a:r>
            <a:endParaRPr lang="zh-CN" altLang="en-US" sz="28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605155" y="4826000"/>
            <a:ext cx="6261100" cy="143637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总预算预计为 3000 万元，涵盖剧本创作、演员酬金、拍摄、特效、后期制作及宣传推广。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标题 4"/>
          <p:cNvSpPr/>
          <p:nvPr>
            <p:ph type="title"/>
            <p:custDataLst>
              <p:tags r:id="rId5"/>
            </p:custDataLst>
          </p:nvPr>
        </p:nvSpPr>
        <p:spPr>
          <a:xfrm>
            <a:off x="8503920" y="4392930"/>
            <a:ext cx="3043555" cy="1590675"/>
          </a:xfrm>
        </p:spPr>
        <p:txBody>
          <a:bodyPr>
            <a:noAutofit/>
          </a:bodyPr>
          <a:p>
            <a:pPr marL="0" indent="0" algn="r" fontAlgn="auto">
              <a:lnSpc>
                <a:spcPct val="150000"/>
              </a:lnSpc>
            </a:pPr>
            <a:r>
              <a:rPr lang="zh-CN" altLang="en-US" sz="3600"/>
              <a:t>制作预算总览</a:t>
            </a:r>
            <a:endParaRPr lang="zh-CN" altLang="en-US" sz="3600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剧本创作与改编费用：</a:t>
            </a:r>
            <a:r>
              <a:rPr lang="en-US" altLang="zh-CN"/>
              <a:t>300</a:t>
            </a:r>
            <a:r>
              <a:rPr lang="zh-CN" altLang="en-US"/>
              <a:t>万</a:t>
            </a:r>
            <a:r>
              <a:rPr lang="zh-CN" altLang="en-US"/>
              <a:t>元</a:t>
            </a:r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928797" y="2106578"/>
            <a:ext cx="4243057" cy="4243057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1250" y="3974465"/>
            <a:ext cx="8188960" cy="21831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包括编剧团队的酬金、原著版权购买费用等。与原著作者协商版权购买事宜，确保获得合法的改编权。支付编剧团队合理的酬金，激励他们创作出高质量的剧本。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400810" y="3166110"/>
            <a:ext cx="6927850" cy="592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编剧团队酬金：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365846" y="2384073"/>
            <a:ext cx="4243057" cy="4243057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/data/temp/d224a19a-2d59-11f0-bc6f-ae643c5cb8cb.jpg@base@tag=imgScale&amp;m=1&amp;w=471&amp;h=471&amp;q=95d224a19a-2d59-11f0-bc6f-ae643c5cb8cb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283" r="33098"/>
          <a:stretch>
            <a:fillRect/>
          </a:stretch>
        </p:blipFill>
        <p:spPr>
          <a:xfrm>
            <a:off x="9087330" y="1381538"/>
            <a:ext cx="1784477" cy="1784477"/>
          </a:xfrm>
          <a:custGeom>
            <a:avLst/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7" name="图片 16" descr="C:/Users/孙秀娟/Desktop/制作‘偷命’艺术字 (1).png制作‘偷命’艺术字 (1)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21888" r="21888"/>
          <a:stretch>
            <a:fillRect/>
          </a:stretch>
        </p:blipFill>
        <p:spPr>
          <a:xfrm>
            <a:off x="3722037" y="1381538"/>
            <a:ext cx="1784477" cy="1784477"/>
          </a:xfrm>
          <a:custGeom>
            <a:avLst/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21342100">
            <a:off x="7469116" y="1289275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C:/Users/孙秀娟/Desktop/制作‘偷命’艺术字.png制作‘偷命’艺术字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676" r="10676"/>
          <a:stretch>
            <a:fillRect/>
          </a:stretch>
        </p:blipFill>
        <p:spPr>
          <a:xfrm rot="157750">
            <a:off x="7754620" y="1519555"/>
            <a:ext cx="3093720" cy="3933190"/>
          </a:xfrm>
          <a:custGeom>
            <a:avLst/>
            <a:gdLst>
              <a:gd name="connsiteX0" fmla="*/ 0 w 3474720"/>
              <a:gd name="connsiteY0" fmla="*/ 0 h 4417255"/>
              <a:gd name="connsiteX1" fmla="*/ 3474720 w 3474720"/>
              <a:gd name="connsiteY1" fmla="*/ 0 h 4417255"/>
              <a:gd name="connsiteX2" fmla="*/ 3474720 w 3474720"/>
              <a:gd name="connsiteY2" fmla="*/ 4417255 h 4417255"/>
              <a:gd name="connsiteX3" fmla="*/ 0 w 3474720"/>
              <a:gd name="connsiteY3" fmla="*/ 4417255 h 441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720" h="4417255">
                <a:moveTo>
                  <a:pt x="0" y="0"/>
                </a:moveTo>
                <a:lnTo>
                  <a:pt x="3474720" y="0"/>
                </a:lnTo>
                <a:lnTo>
                  <a:pt x="3474720" y="4417255"/>
                </a:lnTo>
                <a:lnTo>
                  <a:pt x="0" y="441725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03313" y="1165300"/>
            <a:ext cx="4989512" cy="1223570"/>
          </a:xfrm>
        </p:spPr>
        <p:txBody>
          <a:bodyPr lIns="0" tIns="0" rIns="0" bIns="0" anchor="b" anchorCtr="0">
            <a:normAutofit/>
          </a:bodyPr>
          <a:lstStyle/>
          <a:p>
            <a:pPr algn="l"/>
            <a:r>
              <a:rPr lang="zh-CN" altLang="en-US" dirty="0"/>
              <a:t>演员酬金</a:t>
            </a:r>
            <a:r>
              <a:rPr lang="en-US" altLang="zh-CN" dirty="0"/>
              <a:t>;1000</a:t>
            </a:r>
            <a:r>
              <a:rPr lang="zh-CN" altLang="en-US" dirty="0"/>
              <a:t>万</a:t>
            </a:r>
            <a:r>
              <a:rPr lang="zh-CN" altLang="en-US" dirty="0"/>
              <a:t>元</a:t>
            </a:r>
            <a:endParaRPr lang="zh-CN" altLang="en-US" dirty="0"/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 rot="157750">
            <a:off x="7469117" y="1359003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1104265" y="2727325"/>
            <a:ext cx="5194935" cy="28238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根据演员的知名度和戏份支付相应的酬金。邀请知名演员担任主角，提高剧集的关注度和吸引力。合理安排配角的酬金，确保演员阵容的稳定性和专业性。</a:t>
            </a:r>
            <a:endParaRPr lang="zh-CN" altLang="en-US" sz="20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拍摄费用</a:t>
            </a:r>
            <a:r>
              <a:rPr lang="en-US" altLang="zh-CN"/>
              <a:t>;800</a:t>
            </a:r>
            <a:r>
              <a:rPr lang="zh-CN" altLang="en-US"/>
              <a:t>万</a:t>
            </a:r>
            <a:r>
              <a:rPr lang="zh-CN" altLang="en-US"/>
              <a:t>元</a:t>
            </a:r>
            <a:endParaRPr lang="zh-CN" altLang="en-US"/>
          </a:p>
        </p:txBody>
      </p:sp>
      <p:pic>
        <p:nvPicPr>
          <p:cNvPr id="10" name="图片 9" descr="/data/temp/d30aff8c-2d59-11f0-bd75-ae5b8d3c962e.jpg@base@tag=imgScale&amp;m=1&amp;w=662&amp;h=706&amp;q=95d30aff8c-2d59-11f0-bd75-ae5b8d3c962e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14424" b="14424"/>
          <a:stretch>
            <a:fillRect/>
          </a:stretch>
        </p:blipFill>
        <p:spPr>
          <a:xfrm>
            <a:off x="1049241" y="1268805"/>
            <a:ext cx="2385879" cy="2543838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049020" y="4522470"/>
            <a:ext cx="2160270" cy="16541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租赁先进的拍摄设备，确保拍摄画面的质量。</a:t>
            </a:r>
            <a:endParaRPr lang="zh-CN" altLang="en-US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049020" y="3812540"/>
            <a:ext cx="2160270" cy="50355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拍摄设备租赁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4" name="图片 13" descr="/data/temp/d30b0021-2d59-11f0-bd75-ae5b8d3c962e.jpg@base@tag=imgScale&amp;m=1&amp;w=662&amp;h=706&amp;q=95d30b0021-2d59-11f0-bd75-ae5b8d3c962e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r="18653"/>
          <a:stretch>
            <a:fillRect/>
          </a:stretch>
        </p:blipFill>
        <p:spPr>
          <a:xfrm>
            <a:off x="3570214" y="1268805"/>
            <a:ext cx="2385879" cy="2543838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3634105" y="4522470"/>
            <a:ext cx="2160270" cy="1437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支付拍摄场地的租金，确保拍摄工作的顺利进行。</a:t>
            </a:r>
            <a:endParaRPr lang="zh-CN" altLang="en-US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3634350" y="3923764"/>
            <a:ext cx="2160288" cy="421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chemeClr val="accent1"/>
                </a:solidFill>
                <a:latin typeface="+mn-ea"/>
                <a:cs typeface="+mn-ea"/>
              </a:rPr>
              <a:t>拍摄场地租赁</a:t>
            </a:r>
            <a:endParaRPr lang="zh-CN" altLang="en-US" sz="24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7" name="图片 16" descr="/data/temp/d30aff9d-2d59-11f0-bd75-ae5b8d3c962e.jpg@base@tag=imgScale&amp;m=1&amp;w=662&amp;h=706&amp;q=95d30aff9d-2d59-11f0-bd75-ae5b8d3c962e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 l="14816" r="14816"/>
          <a:stretch>
            <a:fillRect/>
          </a:stretch>
        </p:blipFill>
        <p:spPr>
          <a:xfrm>
            <a:off x="6219458" y="1268805"/>
            <a:ext cx="2385879" cy="2543838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12"/>
            </p:custDataLst>
          </p:nvPr>
        </p:nvSpPr>
        <p:spPr>
          <a:xfrm>
            <a:off x="6219190" y="4522470"/>
            <a:ext cx="2441575" cy="13963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制作精美的道具和服装，符合角色形象和剧情需求。</a:t>
            </a:r>
            <a:endParaRPr lang="zh-CN" altLang="en-US" ker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3"/>
            </p:custDataLst>
          </p:nvPr>
        </p:nvSpPr>
        <p:spPr>
          <a:xfrm>
            <a:off x="6337568" y="3894554"/>
            <a:ext cx="2160288" cy="421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道具服装制作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3" name="图片 22" descr="/data/temp/d30b00d9-2d59-11f0-bd75-ae5b8d3c962e.jpg@base@tag=imgScale&amp;m=1&amp;w=662&amp;h=706&amp;q=95d30b00d9-2d59-11f0-bd75-ae5b8d3c962e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5"/>
          <a:srcRect l="14812" r="14812"/>
          <a:stretch>
            <a:fillRect/>
          </a:stretch>
        </p:blipFill>
        <p:spPr>
          <a:xfrm>
            <a:off x="8868700" y="1268805"/>
            <a:ext cx="2386144" cy="2543838"/>
          </a:xfrm>
          <a:custGeom>
            <a:avLst/>
            <a:gdLst>
              <a:gd name="connsiteX0" fmla="*/ 1193060 w 2386123"/>
              <a:gd name="connsiteY0" fmla="*/ 1 h 2543816"/>
              <a:gd name="connsiteX1" fmla="*/ 1272583 w 2386123"/>
              <a:gd name="connsiteY1" fmla="*/ 19128 h 2543816"/>
              <a:gd name="connsiteX2" fmla="*/ 2287836 w 2386123"/>
              <a:gd name="connsiteY2" fmla="*/ 526755 h 2543816"/>
              <a:gd name="connsiteX3" fmla="*/ 2386123 w 2386123"/>
              <a:gd name="connsiteY3" fmla="*/ 685784 h 2543816"/>
              <a:gd name="connsiteX4" fmla="*/ 2386123 w 2386123"/>
              <a:gd name="connsiteY4" fmla="*/ 1858059 h 2543816"/>
              <a:gd name="connsiteX5" fmla="*/ 2287838 w 2386123"/>
              <a:gd name="connsiteY5" fmla="*/ 2017061 h 2543816"/>
              <a:gd name="connsiteX6" fmla="*/ 1272585 w 2386123"/>
              <a:gd name="connsiteY6" fmla="*/ 2524688 h 2543816"/>
              <a:gd name="connsiteX7" fmla="*/ 1113539 w 2386123"/>
              <a:gd name="connsiteY7" fmla="*/ 2524689 h 2543816"/>
              <a:gd name="connsiteX8" fmla="*/ 98286 w 2386123"/>
              <a:gd name="connsiteY8" fmla="*/ 2017062 h 2543816"/>
              <a:gd name="connsiteX9" fmla="*/ 0 w 2386123"/>
              <a:gd name="connsiteY9" fmla="*/ 1858034 h 2543816"/>
              <a:gd name="connsiteX10" fmla="*/ 0 w 2386123"/>
              <a:gd name="connsiteY10" fmla="*/ 685758 h 2543816"/>
              <a:gd name="connsiteX11" fmla="*/ 98285 w 2386123"/>
              <a:gd name="connsiteY11" fmla="*/ 526756 h 2543816"/>
              <a:gd name="connsiteX12" fmla="*/ 1113537 w 2386123"/>
              <a:gd name="connsiteY12" fmla="*/ 19129 h 2543816"/>
              <a:gd name="connsiteX13" fmla="*/ 1193060 w 2386123"/>
              <a:gd name="connsiteY13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6123" h="2543816">
                <a:moveTo>
                  <a:pt x="1193060" y="1"/>
                </a:moveTo>
                <a:cubicBezTo>
                  <a:pt x="1220070" y="0"/>
                  <a:pt x="1247079" y="6376"/>
                  <a:pt x="1272583" y="19128"/>
                </a:cubicBezTo>
                <a:cubicBezTo>
                  <a:pt x="1323590" y="44631"/>
                  <a:pt x="2225936" y="495804"/>
                  <a:pt x="2287836" y="526755"/>
                </a:cubicBezTo>
                <a:cubicBezTo>
                  <a:pt x="2349737" y="557705"/>
                  <a:pt x="2386124" y="616577"/>
                  <a:pt x="2386123" y="685784"/>
                </a:cubicBezTo>
                <a:cubicBezTo>
                  <a:pt x="2386124" y="754990"/>
                  <a:pt x="2386124" y="1788853"/>
                  <a:pt x="2386123" y="1858059"/>
                </a:cubicBezTo>
                <a:cubicBezTo>
                  <a:pt x="2386124" y="1927266"/>
                  <a:pt x="2349740" y="1986111"/>
                  <a:pt x="2287838" y="2017061"/>
                </a:cubicBezTo>
                <a:cubicBezTo>
                  <a:pt x="2225939" y="2048011"/>
                  <a:pt x="1323593" y="2499184"/>
                  <a:pt x="1272585" y="2524688"/>
                </a:cubicBezTo>
                <a:cubicBezTo>
                  <a:pt x="1221579" y="2550192"/>
                  <a:pt x="1164547" y="2550193"/>
                  <a:pt x="1113539" y="2524689"/>
                </a:cubicBezTo>
                <a:cubicBezTo>
                  <a:pt x="1062533" y="2499185"/>
                  <a:pt x="160188" y="2048013"/>
                  <a:pt x="98286" y="2017062"/>
                </a:cubicBezTo>
                <a:cubicBezTo>
                  <a:pt x="36387" y="1986112"/>
                  <a:pt x="1" y="1927241"/>
                  <a:pt x="0" y="1858034"/>
                </a:cubicBezTo>
                <a:cubicBezTo>
                  <a:pt x="1" y="1788827"/>
                  <a:pt x="1" y="754964"/>
                  <a:pt x="0" y="685758"/>
                </a:cubicBezTo>
                <a:cubicBezTo>
                  <a:pt x="1" y="616551"/>
                  <a:pt x="36385" y="557706"/>
                  <a:pt x="98285" y="526756"/>
                </a:cubicBezTo>
                <a:cubicBezTo>
                  <a:pt x="160186" y="495805"/>
                  <a:pt x="1062531" y="44632"/>
                  <a:pt x="1113537" y="19129"/>
                </a:cubicBezTo>
                <a:cubicBezTo>
                  <a:pt x="1139042" y="6377"/>
                  <a:pt x="1166051" y="1"/>
                  <a:pt x="119306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4" name="矩形 23"/>
          <p:cNvSpPr/>
          <p:nvPr>
            <p:custDataLst>
              <p:tags r:id="rId16"/>
            </p:custDataLst>
          </p:nvPr>
        </p:nvSpPr>
        <p:spPr>
          <a:xfrm>
            <a:off x="9002686" y="4522572"/>
            <a:ext cx="2160289" cy="10884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ker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支付工作人员的酬金，保证他们的工作积极性和专业性</a:t>
            </a:r>
            <a:r>
              <a:rPr lang="zh-CN" altLang="en-US" sz="1400" ker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400" ker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7"/>
            </p:custDataLst>
          </p:nvPr>
        </p:nvSpPr>
        <p:spPr>
          <a:xfrm>
            <a:off x="9002686" y="3888839"/>
            <a:ext cx="2160289" cy="42100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工作人员酬金</a:t>
            </a:r>
            <a:endParaRPr lang="zh-CN" altLang="en-US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data/temp/d39634c6-2d59-11f0-80b8-1ab25010afc6.jpg@base@tag=imgScale&amp;m=1&amp;w=3384&amp;h=952&amp;q=95d39634c6-2d59-11f0-80b8-1ab25010afc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11111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597660" y="3275965"/>
            <a:ext cx="9474200" cy="720090"/>
          </a:xfrm>
        </p:spPr>
        <p:txBody>
          <a:bodyPr anchor="ctr" anchorCtr="0"/>
          <a:lstStyle/>
          <a:p>
            <a:r>
              <a:rPr lang="zh-CN" altLang="en-US">
                <a:solidFill>
                  <a:srgbClr val="000000"/>
                </a:solidFill>
              </a:rPr>
              <a:t>特效制作费用：</a:t>
            </a:r>
            <a:r>
              <a:rPr lang="en-US" altLang="zh-CN">
                <a:solidFill>
                  <a:srgbClr val="000000"/>
                </a:solidFill>
              </a:rPr>
              <a:t>500</a:t>
            </a:r>
            <a:r>
              <a:rPr lang="zh-CN" altLang="en-US">
                <a:solidFill>
                  <a:srgbClr val="000000"/>
                </a:solidFill>
              </a:rPr>
              <a:t>万</a:t>
            </a:r>
            <a:r>
              <a:rPr lang="zh-CN" altLang="en-US">
                <a:solidFill>
                  <a:srgbClr val="000000"/>
                </a:solidFill>
              </a:rPr>
              <a:t>元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7041515" y="4476751"/>
            <a:ext cx="395986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确保特效制作的进度和质量，与拍摄和后期制作工作紧密配合。</a:t>
            </a:r>
            <a:endParaRPr lang="zh-CN" altLang="en-US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7041515" y="3996056"/>
            <a:ext cx="395986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特效制作进度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527175" y="4476751"/>
            <a:ext cx="395986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与专业的特效团队合作，制作出高质量的特效，展现灵物世界的奇妙和神秘。</a:t>
            </a:r>
            <a:endParaRPr lang="zh-CN" altLang="en-US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598295" y="3996055"/>
            <a:ext cx="388874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特效团队合作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后期制作费用：</a:t>
            </a:r>
            <a:r>
              <a:rPr lang="en-US" altLang="zh-CN"/>
              <a:t>200</a:t>
            </a:r>
            <a:r>
              <a:rPr lang="zh-CN" altLang="en-US"/>
              <a:t>万</a:t>
            </a:r>
            <a:r>
              <a:rPr lang="zh-CN" altLang="en-US"/>
              <a:t>元</a:t>
            </a:r>
            <a:endParaRPr lang="zh-CN" altLang="en-US"/>
          </a:p>
        </p:txBody>
      </p:sp>
      <p:pic>
        <p:nvPicPr>
          <p:cNvPr id="4" name="图片 3" descr="/data/temp/d39461ec-2d59-11f0-8ff0-8aececd49fed.jpg@base@tag=imgScale&amp;m=1&amp;w=1182&amp;h=546&amp;q=95d39461ec-2d59-11f0-8ff0-8aececd49fed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541" b="17391"/>
          <a:stretch>
            <a:fillRect/>
          </a:stretch>
        </p:blipFill>
        <p:spPr>
          <a:xfrm>
            <a:off x="695326" y="4048671"/>
            <a:ext cx="4259186" cy="1965513"/>
          </a:xfrm>
          <a:custGeom>
            <a:avLst/>
            <a:gdLst>
              <a:gd name="connsiteX0" fmla="*/ 0 w 4258967"/>
              <a:gd name="connsiteY0" fmla="*/ 0 h 1965412"/>
              <a:gd name="connsiteX1" fmla="*/ 4258967 w 4258967"/>
              <a:gd name="connsiteY1" fmla="*/ 0 h 1965412"/>
              <a:gd name="connsiteX2" fmla="*/ 4258967 w 4258967"/>
              <a:gd name="connsiteY2" fmla="*/ 1965412 h 1965412"/>
              <a:gd name="connsiteX3" fmla="*/ 0 w 4258967"/>
              <a:gd name="connsiteY3" fmla="*/ 1965412 h 196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" name="图片 9" descr="/data/temp/d3946083-2d59-11f0-8ff0-8aececd49fed.jpg@base@tag=imgScale&amp;m=1&amp;w=1182&amp;h=546&amp;q=95d3946083-2d59-11f0-8ff0-8aececd49fed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8192" r="8192"/>
          <a:stretch>
            <a:fillRect/>
          </a:stretch>
        </p:blipFill>
        <p:spPr>
          <a:xfrm>
            <a:off x="695326" y="1587284"/>
            <a:ext cx="4259186" cy="1965513"/>
          </a:xfrm>
          <a:custGeom>
            <a:avLst/>
            <a:gdLst>
              <a:gd name="connsiteX0" fmla="*/ 0 w 4258967"/>
              <a:gd name="connsiteY0" fmla="*/ 0 h 1965412"/>
              <a:gd name="connsiteX1" fmla="*/ 4258967 w 4258967"/>
              <a:gd name="connsiteY1" fmla="*/ 0 h 1965412"/>
              <a:gd name="connsiteX2" fmla="*/ 4258967 w 4258967"/>
              <a:gd name="connsiteY2" fmla="*/ 1965412 h 1965412"/>
              <a:gd name="connsiteX3" fmla="*/ 0 w 4258967"/>
              <a:gd name="connsiteY3" fmla="*/ 1965412 h 196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004834" y="2188025"/>
            <a:ext cx="5491047" cy="973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邀请专业的剪辑师、配音演员、配乐师和调色师，确保后期制作的质量和效果。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6004834" y="1742232"/>
            <a:ext cx="5491048" cy="36935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后期制作团队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5474582" y="1742232"/>
            <a:ext cx="477140" cy="369351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2400" b="1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6004834" y="4649412"/>
            <a:ext cx="5491047" cy="973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合理安排后期制作的时间和费用，确保剧集按时完成。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6004834" y="4203619"/>
            <a:ext cx="5491048" cy="36935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时间和费用安排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5474582" y="4203619"/>
            <a:ext cx="477140" cy="369351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2400" b="1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data/temp/d3c43fce-2d59-11f0-8a14-a69b35f347e8.jpg@base@tag=imgScale&amp;m=1&amp;w=1742&amp;h=1903&amp;q=95d3c43fce-2d59-11f0-8a14-a69b35f347e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904" r="1551"/>
          <a:stretch>
            <a:fillRect/>
          </a:stretch>
        </p:blipFill>
        <p:spPr>
          <a:xfrm>
            <a:off x="5920740" y="0"/>
            <a:ext cx="6277610" cy="6857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886" h="10799">
                <a:moveTo>
                  <a:pt x="2361" y="0"/>
                </a:moveTo>
                <a:lnTo>
                  <a:pt x="9886" y="0"/>
                </a:lnTo>
                <a:lnTo>
                  <a:pt x="9886" y="10799"/>
                </a:lnTo>
                <a:lnTo>
                  <a:pt x="2232" y="10798"/>
                </a:lnTo>
                <a:lnTo>
                  <a:pt x="0" y="5399"/>
                </a:lnTo>
                <a:lnTo>
                  <a:pt x="2361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96215" y="593090"/>
            <a:ext cx="4477385" cy="1462405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zh-CN" altLang="en-US" sz="4400" dirty="0"/>
              <a:t>宣传推广费用：</a:t>
            </a:r>
            <a:r>
              <a:rPr lang="en-US" altLang="zh-CN" sz="4400" dirty="0"/>
              <a:t>200</a:t>
            </a:r>
            <a:r>
              <a:rPr lang="zh-CN" altLang="en-US" sz="4400" dirty="0"/>
              <a:t>万</a:t>
            </a:r>
            <a:r>
              <a:rPr lang="zh-CN" altLang="en-US" sz="4400" dirty="0"/>
              <a:t>元</a:t>
            </a:r>
            <a:endParaRPr lang="zh-CN" altLang="en-US" sz="4400" dirty="0"/>
          </a:p>
        </p:txBody>
      </p:sp>
      <p:sp>
        <p:nvSpPr>
          <p:cNvPr id="6" name="图形 4"/>
          <p:cNvSpPr/>
          <p:nvPr>
            <p:custDataLst>
              <p:tags r:id="rId4"/>
            </p:custDataLst>
          </p:nvPr>
        </p:nvSpPr>
        <p:spPr>
          <a:xfrm rot="10800000">
            <a:off x="5753735" y="0"/>
            <a:ext cx="1983740" cy="6858635"/>
          </a:xfrm>
          <a:custGeom>
            <a:avLst/>
            <a:gdLst>
              <a:gd name="connsiteX0" fmla="*/ 0 w 4532499"/>
              <a:gd name="connsiteY0" fmla="*/ 0 h 6847690"/>
              <a:gd name="connsiteX1" fmla="*/ 1343436 w 4532499"/>
              <a:gd name="connsiteY1" fmla="*/ 0 h 6847690"/>
              <a:gd name="connsiteX2" fmla="*/ 4532500 w 4532499"/>
              <a:gd name="connsiteY2" fmla="*/ 3423846 h 6847690"/>
              <a:gd name="connsiteX3" fmla="*/ 1343436 w 4532499"/>
              <a:gd name="connsiteY3" fmla="*/ 6847691 h 6847690"/>
              <a:gd name="connsiteX4" fmla="*/ 0 w 4532499"/>
              <a:gd name="connsiteY4" fmla="*/ 6847691 h 6847690"/>
              <a:gd name="connsiteX5" fmla="*/ 3205041 w 4532499"/>
              <a:gd name="connsiteY5" fmla="*/ 3423846 h 684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32499" h="6847690">
                <a:moveTo>
                  <a:pt x="0" y="0"/>
                </a:moveTo>
                <a:lnTo>
                  <a:pt x="1343436" y="0"/>
                </a:lnTo>
                <a:lnTo>
                  <a:pt x="4532500" y="3423846"/>
                </a:lnTo>
                <a:lnTo>
                  <a:pt x="1343436" y="6847691"/>
                </a:lnTo>
                <a:lnTo>
                  <a:pt x="0" y="6847691"/>
                </a:lnTo>
                <a:lnTo>
                  <a:pt x="3205041" y="342384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680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519420" y="-635"/>
            <a:ext cx="1508125" cy="6858635"/>
          </a:xfrm>
          <a:custGeom>
            <a:avLst/>
            <a:gdLst>
              <a:gd name="connsiteX0" fmla="*/ 1410247 w 1508125"/>
              <a:gd name="connsiteY0" fmla="*/ 0 h 6858635"/>
              <a:gd name="connsiteX1" fmla="*/ 1508125 w 1508125"/>
              <a:gd name="connsiteY1" fmla="*/ 0 h 6858635"/>
              <a:gd name="connsiteX2" fmla="*/ 109273 w 1508125"/>
              <a:gd name="connsiteY2" fmla="*/ 3441458 h 6858635"/>
              <a:gd name="connsiteX3" fmla="*/ 108509 w 1508125"/>
              <a:gd name="connsiteY3" fmla="*/ 3441471 h 6858635"/>
              <a:gd name="connsiteX4" fmla="*/ 1493656 w 1508125"/>
              <a:gd name="connsiteY4" fmla="*/ 6858635 h 6858635"/>
              <a:gd name="connsiteX5" fmla="*/ 1400449 w 1508125"/>
              <a:gd name="connsiteY5" fmla="*/ 6858635 h 6858635"/>
              <a:gd name="connsiteX6" fmla="*/ 1881 w 1508125"/>
              <a:gd name="connsiteY6" fmla="*/ 3443337 h 6858635"/>
              <a:gd name="connsiteX7" fmla="*/ 0 w 1508125"/>
              <a:gd name="connsiteY7" fmla="*/ 3443370 h 6858635"/>
              <a:gd name="connsiteX8" fmla="*/ 1410247 w 1508125"/>
              <a:gd name="connsiteY8" fmla="*/ 0 h 685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8125" h="6858635">
                <a:moveTo>
                  <a:pt x="1410247" y="0"/>
                </a:moveTo>
                <a:lnTo>
                  <a:pt x="1508125" y="0"/>
                </a:lnTo>
                <a:lnTo>
                  <a:pt x="109273" y="3441458"/>
                </a:lnTo>
                <a:lnTo>
                  <a:pt x="108509" y="3441471"/>
                </a:lnTo>
                <a:lnTo>
                  <a:pt x="1493656" y="6858635"/>
                </a:lnTo>
                <a:lnTo>
                  <a:pt x="1400449" y="6858635"/>
                </a:lnTo>
                <a:lnTo>
                  <a:pt x="1881" y="3443337"/>
                </a:lnTo>
                <a:lnTo>
                  <a:pt x="0" y="3443370"/>
                </a:lnTo>
                <a:lnTo>
                  <a:pt x="141024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196215" y="3121025"/>
            <a:ext cx="4596130" cy="29927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200W</a:t>
            </a: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用于在各大媒体平台进行宣传推广，提高作品的知名度。</a:t>
            </a:r>
            <a:endParaRPr lang="zh-CN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1" name="圆角矩形 13"/>
          <p:cNvSpPr/>
          <p:nvPr>
            <p:custDataLst>
              <p:tags r:id="rId7"/>
            </p:custDataLst>
          </p:nvPr>
        </p:nvSpPr>
        <p:spPr>
          <a:xfrm>
            <a:off x="430530" y="2209165"/>
            <a:ext cx="2382520" cy="527685"/>
          </a:xfrm>
          <a:prstGeom prst="roundRect">
            <a:avLst>
              <a:gd name="adj" fmla="val 2015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>
            <a:outerShdw blurRad="1270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uFillTx/>
                <a:latin typeface="+mn-ea"/>
                <a:cs typeface="+mn-ea"/>
                <a:sym typeface="+mn-ea"/>
              </a:rPr>
              <a:t>媒体平台宣传</a:t>
            </a:r>
            <a:endParaRPr lang="zh-CN" altLang="en-US" sz="2400" b="1" dirty="0">
              <a:uFillTx/>
              <a:latin typeface="+mn-ea"/>
              <a:cs typeface="+mn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6400" y="2802714"/>
            <a:ext cx="9144000" cy="823624"/>
          </a:xfrm>
        </p:spPr>
        <p:txBody>
          <a:bodyPr>
            <a:normAutofit/>
          </a:bodyPr>
          <a:lstStyle/>
          <a:p>
            <a:r>
              <a:rPr lang="zh-CN" altLang="en-US" dirty="0"/>
              <a:t>宣传推广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6400" y="3690032"/>
            <a:ext cx="9144000" cy="936000"/>
          </a:xfrm>
        </p:spPr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1714" y="1577285"/>
            <a:ext cx="9144000" cy="1224000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lang="en-US" altLang="zh-CN" dirty="0"/>
              <a:t>7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12090"/>
            <a:ext cx="10515600" cy="864870"/>
          </a:xfrm>
        </p:spPr>
        <p:txBody>
          <a:bodyPr>
            <a:normAutofit fontScale="90000"/>
          </a:bodyPr>
          <a:p>
            <a:r>
              <a:rPr lang="zh-CN" altLang="en-US" sz="4890"/>
              <a:t>宣传推广策略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7330" y="777875"/>
            <a:ext cx="11891010" cy="5957570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320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  <a:cs typeface="汉仪楷体简" panose="02010600000101010101" charset="-128"/>
              </a:rPr>
              <a:t>一、预热期（开播前1-2个月）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>
              <a:buClr>
                <a:schemeClr val="accent1"/>
              </a:buClr>
              <a:buSzPct val="70000"/>
              <a:buFontTx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（一）社交媒体造势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1. 建立官方账号矩阵：在微博、抖音、小红书、B站等主流社交平台开通《偷命之灵物传奇》官方账号，统一视觉风格，发布充满神秘感的头像、封面图。如微博以古董灵物局部特写为背景，搭配剧名和主题标语“偷取命运之契，揭开灵物之谜” 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2. 悬念式内容发布：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 微博：定期发布“灵物档案”系列推文，如“即将登场的神秘人形灯笼，背后藏着怎样的生死执念？#偷命之灵物传奇#”，配上模糊的灯笼概念图，引发网友猜测和讨论。每周发布2 - 3条此类悬念内容。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 抖音：制作15秒短视频，展示剧中古董灵物的动态特效片段，如饕餮酒盏散发幽光、鱼纹香炉烟雾缭绕等画面，结尾以黑屏字幕“这一切，即将开启”收尾，视频发布频率为每周3 - 4条。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 小红书：发布“偷命师绝密任务线索”图文笔记，如“在江南古镇发现的神秘符号，难道是偷命术的关键？”，附上剧中场景的局部照片，每周发布2条。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3. 明星效应带动：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邀请主演[周也]、[</a:t>
            </a: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胡先煦]在个人社交账号发布拍摄花絮、角色海报等内容，如主演手持偷命工具的帅气造型图，并配文“在《偷命》的世界里，开启一段不一样的冒险” ，吸引粉丝关注。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7220" y="293162"/>
            <a:ext cx="10515600" cy="864000"/>
          </a:xfrm>
        </p:spPr>
        <p:txBody>
          <a:bodyPr/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（二）影视平台预热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4030" y="1157605"/>
            <a:ext cx="10761345" cy="2854325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视频平台预告：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/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1. 在爱奇艺、腾讯视频、优酷等主流视频平台发布先导预告片，时长1 - 2分钟，剪辑剧中精彩打斗场面、神秘灵物镜头以及主角间的情感互动片段，突出悬疑、奇幻氛围。预告片上线后，在各平台首页推荐位展示3 - 5天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2. 建立专属剧集页面：在各视频平台搭建精美的剧集专属页面，展示剧情简介、主演阵容、精彩剧照等信息。设置“预约观看”按钮，用户预约后可在开播时收到提醒，提高首播关注度。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4030" y="3940810"/>
            <a:ext cx="4064000" cy="528955"/>
          </a:xfrm>
          <a:prstGeom prst="rect">
            <a:avLst/>
          </a:prstGeom>
        </p:spPr>
        <p:txBody>
          <a:bodyPr>
            <a:noAutofit/>
          </a:bodyPr>
          <a:p>
            <a:pPr algn="l">
              <a:buClr>
                <a:schemeClr val="accent1"/>
              </a:buClr>
              <a:buSzPct val="70000"/>
              <a:buFontTx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（三）跨界合作预热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9885" y="4469765"/>
            <a:ext cx="11388725" cy="2225040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40000"/>
              </a:lnSpc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 文化类合作：与博物馆、文物保护机构合作，推出“灵物文化探秘”活动。例如，联合故宫博物院举办线上直播，邀请专家讲解古董文化知识，并巧妙植入《偷命》中灵物设定的灵感来源，在直播中穿插剧集宣传内容，吸引文化爱好者关注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2. 游戏合作：与知名手游厂商合作，推出《偷命》主题限时活动。如在游戏中设置“偷命师冒险副本”，玩家完成任务可获得《偷命》周边奖励，同时在游戏内公告栏、官方社区宣传剧集，实现流量互导。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3797"/>
            <a:ext cx="10515600" cy="864000"/>
          </a:xfrm>
        </p:spPr>
        <p:txBody>
          <a:bodyPr>
            <a:normAutofit fontScale="90000"/>
          </a:bodyPr>
          <a:p>
            <a:r>
              <a:rPr lang="zh-CN" altLang="en-US" sz="3200"/>
              <a:t>二、播出期（开播期间）</a:t>
            </a:r>
            <a:br>
              <a:rPr lang="zh-CN" altLang="en-US" sz="3200"/>
            </a:br>
            <a:r>
              <a:rPr lang="zh-CN" altLang="en-US" sz="3200"/>
              <a:t> 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5305" y="962025"/>
            <a:ext cx="10890250" cy="542480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40000"/>
              </a:lnSpc>
            </a:pP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 （一）社交媒体深度运营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 话题营销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 微博：发起热门话题，如#偷命之灵物传奇剧情解析#、#南星邱辞CP嗑疯了# ，鼓励网友分享观剧感受、剧情猜测。安排剧方工作人员、水军适时引导话题讨论方向，邀请影视领域大V参与话题讨论，提高话题热度和曝光度，力争将话题推上微博热搜榜，每天保持话题阅读量增长500万以上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 抖音：开展“灵物模仿秀”“偷命术手势舞”等挑战赛，提供丰厚奖品，吸引用户参与创作和传播。官方账号每天转发优质参赛视频，扩大活动影响力，预计挑战赛参与人数达10万以上。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 小红书：发布“剧中同款灵物穿搭”“偷命师妆容教程”等内容，引导用户进行创意分享，打造剧集衍生文化，每周发布相关笔记不少于5条。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2. 实时互动：在剧集播出期间，官方账号实时发布剧情相关动态，如“接下来的‘鱼纹香炉’单元，将揭开南星家族的惊天秘密，你准备好了吗？” ，并与观众进行互动，回复观众留言和提问，增强观众粘性。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9565" y="354330"/>
            <a:ext cx="5411470" cy="678180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（二）影视平台推广强化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2595" y="930910"/>
            <a:ext cx="10515600" cy="2268220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 首页推荐与榜单争取：与视频平台协商，争取在剧集播出期间持续获得首页焦点推荐位、热门剧集榜单靠前位置。根据剧集播出效果和观众反馈，适时调整推荐策略，提高剧集曝光量。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2. 会员专属福利：针对视频平台会员用户，推出专属福利，如提前观看下一集、幕后制作特辑、主演签名海报抽奖等活动，吸引用户开通会员，提高平台会员转化率和剧集播放量。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9565" y="3199130"/>
            <a:ext cx="4064000" cy="480695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（三）线下活动助力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2595" y="3760470"/>
            <a:ext cx="10864215" cy="273875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3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 粉丝见面会：在北上广深等一线城市举办粉丝见面会，邀请主演与粉丝近距离互动，设置剧情问答、游戏挑战、签名合影等环节。现场布置成剧中灵物世界风格，设置打卡点，鼓励粉丝拍照分享到社交媒体，每场活动预计吸引500 - 1000名粉丝参与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65785" y="292735"/>
            <a:ext cx="4064000" cy="621030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（四）跨领域联动推广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5785" y="1325880"/>
            <a:ext cx="10204450" cy="303593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3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 音乐推广：与音乐平台合作，推出剧集主题曲、插曲和原声音乐专辑。邀请知名歌手演唱主题曲，并拍摄高质感MV，在各大视频平台和音乐平台同步上线。通过音乐榜单推荐、歌手粉丝宣传等方式，提高音乐作品传播度，进而带动剧集热度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2. 品牌联名合作：与时尚品牌、美妆品牌合作，推出《偷命》联名款产品，如印有剧中灵物图案的服装、以角色形象设计的彩妆套装等。利用品牌销售渠道和粉丝群体，扩大剧集宣传范围，实现双赢。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4510" y="405765"/>
            <a:ext cx="5208270" cy="713740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320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  <a:cs typeface="汉仪楷体简" panose="02010600000101010101" charset="-128"/>
              </a:rPr>
              <a:t>三、延续期（播出结束后）</a:t>
            </a:r>
            <a:endParaRPr lang="zh-CN" altLang="en-US" sz="3200">
              <a:solidFill>
                <a:schemeClr val="accent6">
                  <a:lumMod val="40000"/>
                  <a:lumOff val="60000"/>
                </a:schemeClr>
              </a:solidFill>
              <a:latin typeface="+mj-ea"/>
              <a:ea typeface="+mj-ea"/>
              <a:cs typeface="汉仪楷体简" panose="02010600000101010101" charset="-128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4510" y="1016000"/>
            <a:ext cx="4064000" cy="580390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（一）长尾内容运营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650" y="1597025"/>
            <a:ext cx="10246360" cy="241363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3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 精彩片段二创：在B站等平台发起“《偷命》精彩片段创意剪辑大赛”，鼓励用户对剧中经典情节进行二次创作，如搞笑剪辑、催泪混剪等。官方对优秀作品进行奖励和推广，延长剧集热度周期，预计收到参赛作品1000部以上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2. 深度解读内容发布：在微博、知乎、微信公众号等平台发布剧集深度解读文章，分析剧情逻辑、人物性格发展、世界观构建等内容，引发观众对剧集的深度思考和讨论，每周发布1 - 2篇。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8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endParaRPr lang="zh-CN" altLang="en-US" sz="18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4025" y="4011295"/>
            <a:ext cx="4064000" cy="476885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（二）口碑维护与粉丝沉淀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8015" y="4572635"/>
            <a:ext cx="10595610" cy="203009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30000"/>
              </a:lnSpc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 用户反馈收集与处理：通过社交媒体评论区、问卷调查等方式收集观众对剧集的反馈和建议，及时回复观众意见，对于合理建议进行改进和优化。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 粉丝社群运营：建立《偷命》官方粉丝社群，如微信群、QQ群，定期组织线上活动，如粉丝生日会、剧情讨论接龙等，增强粉丝归属感和忠诚度，为后续作品积累粉丝基础 。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8530" y="1656664"/>
            <a:ext cx="10515000" cy="1800000"/>
          </a:xfrm>
        </p:spPr>
        <p:txBody>
          <a:bodyPr/>
          <a:lstStyle/>
          <a:p>
            <a:r>
              <a:rPr lang="zh-CN" altLang="en-US"/>
              <a:t>谢谢</a:t>
            </a:r>
            <a:r>
              <a:rPr lang="zh-CN" altLang="en-US"/>
              <a:t>大家！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9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4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1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5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6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7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1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18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1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2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4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5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27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8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9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0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1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2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3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3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4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35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6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8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9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0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4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UNIT_NOCLEAR" val="0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2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4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母版文本样式"/>
  <p:tag name="KSO_WM_UNIT_NOCLEAR" val="0"/>
  <p:tag name="KSO_WM_UNIT_TYPE" val="b"/>
  <p:tag name="KSO_WM_UNIT_INDEX" val="1"/>
  <p:tag name="KSO_WM_UNIT_ISCONTENTSTITLE" val="0"/>
  <p:tag name="KSO_WM_UNIT_ISNUMDGMTITLE" val="0"/>
</p:tagLst>
</file>

<file path=ppt/tags/tag43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4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PRESET_TEXT" val="单击此处编辑母版标题样式"/>
  <p:tag name="KSO_WM_UNIT_TYPE" val="a"/>
  <p:tag name="KSO_WM_UNIT_INDEX" val="1"/>
  <p:tag name="KSO_WM_TEMPLATE_CATEGORY" val="custom"/>
  <p:tag name="KSO_WM_TEMPLATE_INDEX" val="20231219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NOCLEAR" val="0"/>
  <p:tag name="KSO_WM_UNIT_SUBTYPE" val="a"/>
  <p:tag name="KSO_WM_UNIT_PRESET_TEXT" val="单击此处编辑母版文本样式&#10;二级&#10;三级&#10;四级&#10;五级"/>
  <p:tag name="KSO_WM_UNIT_TYPE" val="f"/>
  <p:tag name="KSO_WM_UNIT_INDEX" val="1"/>
  <p:tag name="KSO_WM_TEMPLATE_CATEGORY" val="custom"/>
  <p:tag name="KSO_WM_TEMPLATE_INDEX" val="20231219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5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19"/>
  <p:tag name="KSO_WM_TEMPLATE_THUMBS_INDEX" val="1、9"/>
</p:tagLst>
</file>

<file path=ppt/tags/tag4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219_1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PRESET_TEXT" val="单击此处&#10;添加文档标题"/>
  <p:tag name="KSO_WM_UNIT_TEXT_TYPE" val="1"/>
</p:tagLst>
</file>

<file path=ppt/tags/tag455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1219_1*f*4"/>
  <p:tag name="KSO_WM_TEMPLATE_CATEGORY" val="custom"/>
  <p:tag name="KSO_WM_TEMPLATE_INDEX" val="20231219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SLIDE_ID" val="custom2023121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LAYOUT" val="a_b_f"/>
  <p:tag name="KSO_WM_SLIDE_LAYOUT_CNT" val="1_1_1"/>
  <p:tag name="KSO_WM_SLIDE_TYPE" val="title"/>
  <p:tag name="KSO_WM_SLIDE_SUBTYPE" val="pureTxt"/>
  <p:tag name="KSO_WM_TEMPLATE_THUMBS_INDEX" val="1、9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10"/>
  <p:tag name="KSO_WM_UNIT_TEXT_FILL_TYPE" val="1"/>
  <p:tag name="KSO_WM_UNIT_USESOURCEFORMAT_APPLY" val="0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1219_6*l_h_i*1_1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1219_6*l_h_a*1_1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l_h_i*1_1_2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73000001907348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1219_6*l_h_i*1_2_2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1219_6*l_h_a*1_2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l_h_i*1_2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73000001907348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1219_6*l_h_i*1_3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1219_6*l_h_a*1_3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l_h_i*1_3_2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73000001907348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1219_6*l_h_i*1_4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1219_6*l_h_a*1_4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l_h_i*1_4_2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73000001907348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custom20231219_6*l_h_i*1_5_2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231219_6*l_h_a*1_5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l_h_i*1_5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73000001907348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custom20231219_6*l_h_i*1_6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4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6_1"/>
  <p:tag name="KSO_WM_UNIT_ID" val="custom20231219_6*l_h_a*1_6_1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6*l_h_i*1_6_2"/>
  <p:tag name="KSO_WM_TEMPLATE_CATEGORY" val="custom"/>
  <p:tag name="KSO_WM_TEMPLATE_INDEX" val="20231219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6_2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419.7500030517578,&quot;left&quot;:466.55,&quot;top&quot;:58.499996948242185,&quot;width&quot;:452.15}"/>
  <p:tag name="KSO_WM_DIAGRAM_COLOR_TRICK" val="1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73000001907348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476.xml><?xml version="1.0" encoding="utf-8"?>
<p:tagLst xmlns:p="http://schemas.openxmlformats.org/presentationml/2006/main">
  <p:tag name="KSO_WM_SLIDE_ID" val="custom20231219_6"/>
  <p:tag name="KSO_WM_TEMPLATE_SUBCATEGORY" val="29"/>
  <p:tag name="KSO_WM_TEMPLATE_MASTER_TYPE" val="0"/>
  <p:tag name="KSO_WM_TEMPLATE_COLOR_TYPE" val="0"/>
  <p:tag name="KSO_WM_SLIDE_ITEM_CNT" val="6"/>
  <p:tag name="KSO_WM_SLIDE_INDEX" val="6"/>
  <p:tag name="KSO_WM_TAG_VERSION" val="3.0"/>
  <p:tag name="KSO_WM_BEAUTIFY_FLAG" val="#wm#"/>
  <p:tag name="KSO_WM_TEMPLATE_CATEGORY" val="custom"/>
  <p:tag name="KSO_WM_TEMPLATE_INDEX" val="2023121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47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480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481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482.xml><?xml version="1.0" encoding="utf-8"?>
<p:tagLst xmlns:p="http://schemas.openxmlformats.org/presentationml/2006/main">
  <p:tag name="KSO_WM_BEAUTIFY_FLAG" val="#wm#"/>
  <p:tag name="KSO_WM_UNIT_VALUE" val="1750*261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40479634_1*d*1"/>
  <p:tag name="KSO_WM_TEMPLATE_CATEGORY" val="custom"/>
  <p:tag name="KSO_WM_TEMPLATE_INDEX" val="40479634"/>
  <p:tag name="KSO_WM_UNIT_LAYERLEVEL" val="1"/>
  <p:tag name="KSO_WM_TAG_VERSION" val="3.0"/>
  <p:tag name="KSO_WM_UNIT_PIC_EFFECT" val="1"/>
</p:tagLst>
</file>

<file path=ppt/tags/tag4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4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USESOURCEFORMAT_APPLY" val="0"/>
  <p:tag name="KSO_WM_UNIT_PRESET_TEXT" val="单击此处添加标题"/>
  <p:tag name="KSO_WM_UNIT_TEXT_TYPE" val="1"/>
</p:tagLst>
</file>

<file path=ppt/tags/tag4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2*l_h_f*1_2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132.15,&quot;left&quot;:49.000000000000014,&quot;top&quot;:189.10007874015747,&quot;width&quot;:761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4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2*l_h_f*1_1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132.15,&quot;left&quot;:49.000000000000014,&quot;top&quot;:189.10007874015747,&quot;width&quot;:761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487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picTxt"/>
  <p:tag name="KSO_WM_SLIDE_SIZE" val="746*95.95"/>
  <p:tag name="KSO_WM_SLIDE_POSITION" val="120.25*376.7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488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4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9_1*a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9_1*i*1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9_1*i*2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9_1*i*3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9_1*i*4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9_1*i*5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9_1*i*6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9_1*i*7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9_1*i*8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9_1*i*9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9_1*i*10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9_1*f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VALUE" val="432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</p:tagLst>
</file>

<file path=ppt/tags/tag501.xml><?xml version="1.0" encoding="utf-8"?>
<p:tagLst xmlns:p="http://schemas.openxmlformats.org/presentationml/2006/main">
  <p:tag name="KSO_WM_SLIDE_ID" val="custom20234969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picTxt"/>
  <p:tag name="KSO_WM_SLIDE_SIZE" val="864*458"/>
  <p:tag name="KSO_WM_SLIDE_POSITION" val="47*28"/>
  <p:tag name="KSO_WM_SLIDE_LAYOUT" val="a_f"/>
  <p:tag name="KSO_WM_SLIDE_LAYOUT_CNT" val="1_1"/>
  <p:tag name="KSO_WM_SPECIAL_SOURCE" val="bdnull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50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505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5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930"/>
  <p:tag name="KSO_WM_UNIT_ID" val="custom20231930_1*a*1"/>
  <p:tag name="KSO_WM_UNIT_TEXT_TYPE" val="1"/>
  <p:tag name="KSO_WM_DIAGRAM_GROUP_CODE" val="l1-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50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2*l_h_f*1_1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387.37496062992125,&quot;left&quot;:11.05,&quot;top&quot;:119.27503937007873,&quot;width&quot;:789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50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2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415.5249606299212,&quot;left&quot;:11.05,&quot;top&quot;:91.12503937007872,&quot;width&quot;:839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509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746*95.95"/>
  <p:tag name="KSO_WM_SLIDE_POSITION" val="54.8*410.65"/>
  <p:tag name="KSO_WM_SLIDE_LAYOUT" val="a_d_l"/>
  <p:tag name="KSO_WM_SLIDE_LAYOUT_CNT" val="1_1_1"/>
  <p:tag name="KSO_WM_SPECIAL_SOURCE" val="bdnull"/>
  <p:tag name="KSO_WM_TEMPLATE_INDEX" val="20231219"/>
  <p:tag name="KSO_WM_TEMPLATE_SUBCATEGORY" val="0"/>
  <p:tag name="KSO_WM_SLIDE_INDEX" val="1"/>
  <p:tag name="KSO_WM_TAG_VERSION" val="3.0"/>
  <p:tag name="KSO_WM_SLIDE_ID" val="custom20231930_1"/>
  <p:tag name="KSO_WM_SLIDE_ITEM_CNT" val="2"/>
  <p:tag name="KSO_WM_DIAGRAM_GROUP_CODE" val="l1-1"/>
  <p:tag name="KSO_WM_SLIDE_DIAGTYPE" val="l"/>
</p:tagLst>
</file>

<file path=ppt/tags/tag5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5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1*l_h_f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70078740157,&quot;left&quot;:65.9796062992126,&quot;top&quot;:141.68440944881894,&quot;width&quot;:820.311706014317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5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1*l_h_a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15.6970078740157,&quot;left&quot;:46.77850393700784,&quot;top&quot;:91.13440944881896,&quot;width&quot;:839.51280837652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5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1*l_h_f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15.6970078740157,&quot;left&quot;:46.77850393700784,&quot;top&quot;:91.13440944881896,&quot;width&quot;:839.51280837652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5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1*l_h_a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15.6970078740157,&quot;left&quot;:46.77850393700784,&quot;top&quot;:91.13440944881896,&quot;width&quot;:839.51280837652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515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56_1*i*1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517.xml><?xml version="1.0" encoding="utf-8"?>
<p:tagLst xmlns:p="http://schemas.openxmlformats.org/presentationml/2006/main">
  <p:tag name="KSO_WM_UNIT_PIC_EFFECT" val="1"/>
</p:tagLst>
</file>

<file path=ppt/tags/tag518.xml><?xml version="1.0" encoding="utf-8"?>
<p:tagLst xmlns:p="http://schemas.openxmlformats.org/presentationml/2006/main">
  <p:tag name="KSO_WM_UNIT_VALUE" val="2398*239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397_1*d*1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397_1*i*1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397_1*i*2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397_1*i*3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397_1*i*4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397_1*i*5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5397_1*i*6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5397_1*i*7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256"/>
  <p:tag name="KSO_WM_UNIT_ID" val="custom20233256_1*a*1"/>
  <p:tag name="KSO_WM_UNIT_PRESET_TEXT" val="单击此处&#10;添加标题内容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56_1*i*2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52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55_4*l_h_f*1_1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412.7,&quot;left&quot;:21.9,&quot;top&quot;:76.65,&quot;width&quot;:633.0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内容，简明扼要地阐述您内容观点"/>
  <p:tag name="KSO_WM_UNIT_TEXT_FILL_FORE_SCHEMECOLOR_INDEX" val="1"/>
  <p:tag name="KSO_WM_UNIT_TEXT_FILL_TYPE" val="1"/>
  <p:tag name="KSO_WM_UNIT_USESOURCEFORMAT_APPLY" val="0"/>
</p:tagLst>
</file>

<file path=ppt/tags/tag5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55_4*l_h_a*1_1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412.7,&quot;left&quot;:21.9,&quot;top&quot;:76.65,&quot;width&quot;:633.0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53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55_4*l_h_f*1_2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412.7,&quot;left&quot;:21.9,&quot;top&quot;:76.65,&quot;width&quot;:633.0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具体内容，简明扼要地阐述您内容观点"/>
  <p:tag name="KSO_WM_UNIT_TEXT_FILL_FORE_SCHEMECOLOR_INDEX" val="1"/>
  <p:tag name="KSO_WM_UNIT_TEXT_FILL_TYPE" val="1"/>
  <p:tag name="KSO_WM_UNIT_USESOURCEFORMAT_APPLY" val="0"/>
</p:tagLst>
</file>

<file path=ppt/tags/tag5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55_4*l_h_a*1_2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412.7,&quot;left&quot;:21.9,&quot;top&quot;:76.65,&quot;width&quot;:633.0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532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1219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56_1*i*1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534.xml><?xml version="1.0" encoding="utf-8"?>
<p:tagLst xmlns:p="http://schemas.openxmlformats.org/presentationml/2006/main">
  <p:tag name="KSO_WM_UNIT_PIC_EFFECT" val="1"/>
</p:tagLst>
</file>

<file path=ppt/tags/tag535.xml><?xml version="1.0" encoding="utf-8"?>
<p:tagLst xmlns:p="http://schemas.openxmlformats.org/presentationml/2006/main">
  <p:tag name="KSO_WM_UNIT_VALUE" val="2398*239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5397_1*d*1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397_1*i*1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397_1*i*2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397_1*i*3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397_1*i*4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397_1*i*5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5397_1*i*6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5397_1*i*7"/>
  <p:tag name="KSO_WM_TEMPLATE_CATEGORY" val="custom"/>
  <p:tag name="KSO_WM_TEMPLATE_INDEX" val="20235397"/>
  <p:tag name="KSO_WM_UNIT_LAYERLEVEL" val="1"/>
  <p:tag name="KSO_WM_TAG_VERSION" val="3.0"/>
  <p:tag name="KSO_WM_BEAUTIFY_FLAG" val="#wm#"/>
  <p:tag name="KSO_WM_UNIT_PIC_EFFECT" val="1"/>
</p:tagLst>
</file>

<file path=ppt/tags/tag5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256"/>
  <p:tag name="KSO_WM_UNIT_ID" val="custom20233256_1*a*1"/>
  <p:tag name="KSO_WM_UNIT_PRESET_TEXT" val="单击此处&#10;添加标题内容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56_1*i*2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54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55_4*l_h_f*1_1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412.7,&quot;left&quot;:21.9,&quot;top&quot;:76.65,&quot;width&quot;:633.0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内容，简明扼要地阐述您内容观点"/>
  <p:tag name="KSO_WM_UNIT_TEXT_FILL_FORE_SCHEMECOLOR_INDEX" val="1"/>
  <p:tag name="KSO_WM_UNIT_TEXT_FILL_TYPE" val="1"/>
  <p:tag name="KSO_WM_UNIT_USESOURCEFORMAT_APPLY" val="0"/>
</p:tagLst>
</file>

<file path=ppt/tags/tag5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55_4*l_h_a*1_1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412.7,&quot;left&quot;:21.9,&quot;top&quot;:76.65,&quot;width&quot;:633.050000000000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547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1219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5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0968_1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5.45,&quot;left&quot;:31.3,&quot;top&quot;:67,&quot;width&quot;:891.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436381373&quot;}*gallery_gallery_ai_v2.0.9_ONLINE*1746852453942_211.155_38ff9e2b2375-slide-8"/>
  <p:tag name="KSO_WM_UNIT_LINE_FILL_TYPE" val="2"/>
  <p:tag name="KSO_WM_UNIT_USESOURCEFORMAT_APPLY" val="1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632_1*i*4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55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2_1*i*1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55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2_1*i*2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632_1*i*3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5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2_1*a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25"/>
  <p:tag name="KSO_WM_UNIT_PRESET_TEXT" val="单击此处添加标题"/>
  <p:tag name="KSO_WM_UNIT_TEXT_TYPE" val="1"/>
</p:tagLst>
</file>

<file path=ppt/tags/tag554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2_1*f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320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。&#10;单击此处输入你的正文，文字是您思想的提炼，为了最终演示发布的良好效果。&#10;单击此处输入你的正文，文字是您思想的提炼，为了最终演示发布的良好效果，请言简意赅的阐述观点。根据需要可酌情增减文字，以便观者可以准确理解您所传达的信息。"/>
  <p:tag name="KSO_WM_UNIT_TEXT_TYPE" val="1"/>
</p:tagLst>
</file>

<file path=ppt/tags/tag555.xml><?xml version="1.0" encoding="utf-8"?>
<p:tagLst xmlns:p="http://schemas.openxmlformats.org/presentationml/2006/main">
  <p:tag name="KSO_WM_SLIDE_ID" val="custom2023563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78*422"/>
  <p:tag name="KSO_WM_SLIDE_POSITION" val="47*66"/>
  <p:tag name="KSO_WM_TAG_VERSION" val="3.0"/>
  <p:tag name="KSO_WM_BEAUTIFY_FLAG" val="#wm#"/>
  <p:tag name="KSO_WM_TEMPLATE_CATEGORY" val="custom"/>
  <p:tag name="KSO_WM_TEMPLATE_INDEX" val="20235632"/>
  <p:tag name="KSO_WM_SLIDE_LAYOUT" val="a_f"/>
  <p:tag name="KSO_WM_SLIDE_LAYOUT_CNT" val="1_1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5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559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5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2468_2*a*1"/>
  <p:tag name="KSO_WM_TEMPLATE_CATEGORY" val="diagram"/>
  <p:tag name="KSO_WM_TEMPLATE_INDEX" val="202324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5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2468_1*l_h_i*1_1_2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2"/>
  <p:tag name="KSO_WM_UNIT_FILL_FORE_SCHEMECOLOR_INDEX_BRIGHTNESS" val="0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5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2468_1*l_h_i*1_1_3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5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68_1*l_h_a*1_1_1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TEXT_TYPE" val="1"/>
  <p:tag name="KSO_WM_BEAUTIFY_FLAG" val="#wm#"/>
  <p:tag name="KSO_WM_UNIT_PRESET_TEXT" val="添加标题"/>
  <p:tag name="KSO_WM_UNIT_FILL_TYPE" val="3"/>
  <p:tag name="KSO_WM_UNIT_USESOURCEFORMAT_APPLY" val="0"/>
</p:tagLst>
</file>

<file path=ppt/tags/tag5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2468_1*l_h_i*1_2_2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gradient&quot;:[{&quot;brightness&quot;:-0.2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solidLine&quot;:{&quot;brightness&quot;:-0.25,&quot;colorType&quot;:1,&quot;foreColorIndex&quot;:5,&quot;transparency&quot;:0.800000011920929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68_1*l_h_a*1_2_1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5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2468_1*l_h_i*1_1_1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5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68_1*l_h_f*1_1_1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输入项正文，文字是您思想的提炼，请尽量言简意赅的阐述观点。单击此处输入项正文内容"/>
  <p:tag name="KSO_WM_UNIT_TEXT_FILL_FORE_SCHEMECOLOR_INDEX" val="1"/>
  <p:tag name="KSO_WM_UNIT_TEXT_FILL_TYPE" val="1"/>
  <p:tag name="KSO_WM_UNIT_USESOURCEFORMAT_APPLY" val="0"/>
</p:tagLst>
</file>

<file path=ppt/tags/tag5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2468_1*l_h_i*1_2_1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5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68_1*l_h_f*1_2_1"/>
  <p:tag name="KSO_WM_TEMPLATE_CATEGORY" val="diagram"/>
  <p:tag name="KSO_WM_TEMPLATE_INDEX" val="20232468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01.70001220703125,&quot;left&quot;:54.45366699218748,&quot;top&quot;:153.54999389648438,&quot;width&quot;:851.23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输入项正文，文字是您思想的提炼，请尽量言简意赅的阐述观点。单击此处输入项正文，文字是您思想的提炼"/>
  <p:tag name="KSO_WM_UNIT_USESOURCEFORMAT_APPLY" val="0"/>
</p:tagLst>
</file>

<file path=ppt/tags/tag570.xml><?xml version="1.0" encoding="utf-8"?>
<p:tagLst xmlns:p="http://schemas.openxmlformats.org/presentationml/2006/main">
  <p:tag name="KSO_WM_SLIDE_ID" val="diagram202324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50.352*301.7"/>
  <p:tag name="KSO_WM_SLIDE_POSITION" val="54.89*153.5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31_1*a*1"/>
  <p:tag name="KSO_WM_TEMPLATE_CATEGORY" val="diagram"/>
  <p:tag name="KSO_WM_TEMPLATE_INDEX" val="20233231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1"/>
</p:tagLst>
</file>

<file path=ppt/tags/tag57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31_1*l_h_i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22242769,&quot;left&quot;:106.86251968503936,&quot;top&quot;:75.47905511811022,&quot;width&quot;:743.98527559055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31_1*l_h_f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22242769,&quot;left&quot;:106.86251968503936,&quot;top&quot;:75.47905511811022,&quot;width&quot;:743.98527559055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，文字是您思想的提炼，请言简意赅的阐述观点。单击此处添加正文，文字是您思想的提炼。单击此处添加正文，文字是您思想的提炼，请言简意赅的阐述观点。"/>
  <p:tag name="KSO_WM_UNIT_TEXT_FILL_FORE_SCHEMECOLOR_INDEX" val="1"/>
  <p:tag name="KSO_WM_UNIT_TEXT_FILL_TYPE" val="1"/>
  <p:tag name="KSO_WM_UNIT_USESOURCEFORMAT_APPLY" val="1"/>
</p:tagLst>
</file>

<file path=ppt/tags/tag5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31_1*l_h_a*1_1_1"/>
  <p:tag name="KSO_WM_TEMPLATE_CATEGORY" val="diagram"/>
  <p:tag name="KSO_WM_TEMPLATE_INDEX" val="202332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71.7520422242769,&quot;left&quot;:106.86251968503936,&quot;top&quot;:75.47905511811022,&quot;width&quot;:743.98527559055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57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31_1*l_h_i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22242769,&quot;left&quot;:106.86251968503936,&quot;top&quot;:75.47905511811022,&quot;width&quot;:743.98527559055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57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31_1*l_h_f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22242769,&quot;left&quot;:106.86251968503936,&quot;top&quot;:75.47905511811022,&quot;width&quot;:743.98527559055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具体内容，文字是您思想的提炼，请言简意赅的阐述观点。单击此处添加正文，文字是您思想的提炼。单击此处添加正文，文字是您思想的提炼。"/>
  <p:tag name="KSO_WM_UNIT_TEXT_FILL_FORE_SCHEMECOLOR_INDEX" val="1"/>
  <p:tag name="KSO_WM_UNIT_TEXT_FILL_TYPE" val="1"/>
  <p:tag name="KSO_WM_UNIT_USESOURCEFORMAT_APPLY" val="1"/>
</p:tagLst>
</file>

<file path=ppt/tags/tag5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31_1*l_h_a*1_2_1"/>
  <p:tag name="KSO_WM_TEMPLATE_CATEGORY" val="diagram"/>
  <p:tag name="KSO_WM_TEMPLATE_INDEX" val="202332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71.7520422242769,&quot;left&quot;:106.86251968503936,&quot;top&quot;:75.47905511811022,&quot;width&quot;:743.98527559055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578.xml><?xml version="1.0" encoding="utf-8"?>
<p:tagLst xmlns:p="http://schemas.openxmlformats.org/presentationml/2006/main">
  <p:tag name="KSO_WM_SLIDE_ID" val="diagram20233231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3231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743.975*371.752"/>
  <p:tag name="KSO_WM_SLIDE_POSITION" val="108.013*125.029"/>
</p:tagLst>
</file>

<file path=ppt/tags/tag5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983_1*a*1"/>
  <p:tag name="KSO_WM_TEMPLATE_CATEGORY" val="diagram"/>
  <p:tag name="KSO_WM_TEMPLATE_INDEX" val="2023198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1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1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gradient&quot;:[{&quot;brightness&quot;:0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581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83_2*l_h_f*1_1_1"/>
  <p:tag name="KSO_WM_TEMPLATE_CATEGORY" val="diagram"/>
  <p:tag name="KSO_WM_TEMPLATE_INDEX" val="20231983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37.2050476074219,&quot;left&quot;:42.7,&quot;top&quot;:128.54357855849375,&quot;width&quot;:853.91102362204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83_2*l_h_a*1_1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1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2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2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2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3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3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3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4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4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4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4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590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83_2*l_h_f*1_2_1"/>
  <p:tag name="KSO_WM_TEMPLATE_CATEGORY" val="diagram"/>
  <p:tag name="KSO_WM_TEMPLATE_INDEX" val="20231983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37.2050476074219,&quot;left&quot;:12.7,&quot;top&quot;:128.54357855849375,&quot;width&quot;:883.91102362204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83_2*l_h_a*1_2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2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83_2*l_h_f*1_3_1"/>
  <p:tag name="KSO_WM_TEMPLATE_CATEGORY" val="diagram"/>
  <p:tag name="KSO_WM_TEMPLATE_INDEX" val="20231983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37.2050476074219,&quot;left&quot;:12.7,&quot;top&quot;:128.54357855849375,&quot;width&quot;:883.91102362204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83_2*l_h_a*1_3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4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983_2*l_h_f*1_4_1"/>
  <p:tag name="KSO_WM_TEMPLATE_CATEGORY" val="diagram"/>
  <p:tag name="KSO_WM_TEMPLATE_INDEX" val="20231983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37.2050476074219,&quot;left&quot;:12.7,&quot;top&quot;:128.54357855849375,&quot;width&quot;:883.91102362204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983_2*l_h_a*1_4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7.2050476074219,&quot;left&quot;:12.7,&quot;top&quot;:128.54357855849375,&quot;width&quot;:931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6.xml><?xml version="1.0" encoding="utf-8"?>
<p:tagLst xmlns:p="http://schemas.openxmlformats.org/presentationml/2006/main">
  <p:tag name="KSO_WM_SLIDE_ID" val="diagram2023198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771.806*337.205"/>
  <p:tag name="KSO_WM_SLIDE_POSITION" val="85.5043*128.529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2*a*1"/>
  <p:tag name="KSO_WM_TEMPLATE_CATEGORY" val="diagram"/>
  <p:tag name="KSO_WM_TEMPLATE_INDEX" val="2023333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5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37_2*l_h_f*1_1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48.5966186523437,&quot;left&quot;:54.789375653604836,&quot;top&quot;:141.8723599651667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，以便观者理解您传达的思想。"/>
  <p:tag name="KSO_WM_UNIT_TEXT_FILL_FORE_SCHEMECOLOR_INDEX" val="1"/>
  <p:tag name="KSO_WM_UNIT_TEXT_FILL_TYPE" val="1"/>
  <p:tag name="KSO_WM_UNIT_USESOURCEFORMAT_APPLY" val="0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337_2*l_h_a*1_1_1"/>
  <p:tag name="KSO_WM_TEMPLATE_CATEGORY" val="diagram"/>
  <p:tag name="KSO_WM_TEMPLATE_INDEX" val="2023333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337_2*l_h_i*1_1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6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337_2*l_h_f*1_2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56.1430731056994,&quot;left&quot;:54.789375653604836,&quot;top&quot;:134.32590551181102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内容观点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337_2*l_h_a*1_2_1"/>
  <p:tag name="KSO_WM_TEMPLATE_CATEGORY" val="diagram"/>
  <p:tag name="KSO_WM_TEMPLATE_INDEX" val="2023333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337_2*l_h_i*1_2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6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337_2*l_h_f*1_3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，以便观者理解您传达的思想。"/>
  <p:tag name="KSO_WM_UNIT_TEXT_FILL_FORE_SCHEMECOLOR_INDEX" val="1"/>
  <p:tag name="KSO_WM_UNIT_TEXT_FILL_TYPE" val="1"/>
  <p:tag name="KSO_WM_UNIT_USESOURCEFORMAT_APPLY" val="0"/>
</p:tagLst>
</file>

<file path=ppt/tags/tag6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337_2*l_h_a*1_3_1"/>
  <p:tag name="KSO_WM_TEMPLATE_CATEGORY" val="diagram"/>
  <p:tag name="KSO_WM_TEMPLATE_INDEX" val="2023333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3337_2*l_h_i*1_3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6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337_2*l_h_f*1_4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内容观点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6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337_2*l_h_a*1_4_1"/>
  <p:tag name="KSO_WM_TEMPLATE_CATEGORY" val="diagram"/>
  <p:tag name="KSO_WM_TEMPLATE_INDEX" val="2023333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3337_2*l_h_i*1_4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37_2*l_h_i*1_1_2"/>
  <p:tag name="KSO_WM_TEMPLATE_CATEGORY" val="diagram"/>
  <p:tag name="KSO_WM_TEMPLATE_INDEX" val="20233337"/>
  <p:tag name="KSO_WM_UNIT_LAYERLEVEL" val="1_1_1"/>
  <p:tag name="KSO_WM_TAG_VERSION" val="3.0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37_2*l_h_i*1_2_2"/>
  <p:tag name="KSO_WM_TEMPLATE_CATEGORY" val="diagram"/>
  <p:tag name="KSO_WM_TEMPLATE_INDEX" val="20233337"/>
  <p:tag name="KSO_WM_UNIT_LAYERLEVEL" val="1_1_1"/>
  <p:tag name="KSO_WM_TAG_VERSION" val="3.0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37_2*l_h_i*1_3_2"/>
  <p:tag name="KSO_WM_TEMPLATE_CATEGORY" val="diagram"/>
  <p:tag name="KSO_WM_TEMPLATE_INDEX" val="20233337"/>
  <p:tag name="KSO_WM_UNIT_LAYERLEVEL" val="1_1_1"/>
  <p:tag name="KSO_WM_TAG_VERSION" val="3.0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37_2*l_h_i*1_4_2"/>
  <p:tag name="KSO_WM_TEMPLATE_CATEGORY" val="diagram"/>
  <p:tag name="KSO_WM_TEMPLATE_INDEX" val="20233337"/>
  <p:tag name="KSO_WM_UNIT_LAYERLEVEL" val="1_1_1"/>
  <p:tag name="KSO_WM_TAG_VERSION" val="3.0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24.9930731056994,&quot;left&quot;:58.039375653604836,&quot;top&quot;:88.97590551181102,&quot;width&quot;:850.510624346395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14.xml><?xml version="1.0" encoding="utf-8"?>
<p:tagLst xmlns:p="http://schemas.openxmlformats.org/presentationml/2006/main">
  <p:tag name="KSO_WM_SLIDE_ID" val="diagram20233337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50.483*348.597"/>
  <p:tag name="KSO_WM_SLIDE_POSITION" val="54.8*141.87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61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618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6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3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1"/>
</p:tagLst>
</file>

<file path=ppt/tags/tag6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1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6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6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1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6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1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6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1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6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1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6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1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1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6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1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80.3469337762643,&quot;left&quot;:51.949999999999974,&quot;top&quot;:155.06558590877512,&quot;width&quot;:851.89992125984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630.xml><?xml version="1.0" encoding="utf-8"?>
<p:tagLst xmlns:p="http://schemas.openxmlformats.org/presentationml/2006/main">
  <p:tag name="KSO_WM_SLIDE_ID" val="diagram20231973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48.95*278.901"/>
  <p:tag name="KSO_WM_SLIDE_POSITION" val="54.85*178.62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73"/>
  <p:tag name="KSO_WM_SLIDE_LAYOUT" val="a_l"/>
  <p:tag name="KSO_WM_SLIDE_LAYOUT_CNT" val="1_1"/>
  <p:tag name="KSO_WM_SPECIAL_SOURCE" val="bdnull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8_1*i*1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8_1*a*1"/>
  <p:tag name="KSO_WM_TEMPLATE_CATEGORY" val="custom"/>
  <p:tag name="KSO_WM_TEMPLATE_INDEX" val="20234968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20234968_1*i*16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8_1*i*5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8_1*i*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custom20234968_1*i*1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8_1*i*10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custom20234968_1*i*11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custom20234968_1*i*1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custom20234968_1*i*13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custom20234968_1*i*14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custom20234968_1*i*15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8_1*i*3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8_1*i*4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8_1*i*6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8_1*i*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8_1*i*8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8_1*i*9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64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8_1*f*1"/>
  <p:tag name="KSO_WM_TEMPLATE_CATEGORY" val="custom"/>
  <p:tag name="KSO_WM_TEMPLATE_INDEX" val="20234968"/>
  <p:tag name="KSO_WM_UNIT_LAYERLEVEL" val="1"/>
  <p:tag name="KSO_WM_TAG_VERSION" val="3.0"/>
  <p:tag name="KSO_WM_BEAUTIFY_FLAG" val="#wm#"/>
  <p:tag name="KSO_WM_UNIT_VALUE" val="360"/>
  <p:tag name="KSO_WM_UNIT_TEXT_TYPE" val="1"/>
  <p:tag name="KSO_WM_UNIT_PRESET_TEXT" val="单击添加文本具体内容，简明扼要地阐述您的观点。根据需要可酌情增减文字，以便观者准确地理解您传达的思想。单击添加文本具体内容，简明扼要地阐述您的观点。根据需要可酌情增减文字，以便观者准确地理解您传达的思想。单击添加文本具体内容，简明扼要地阐述您的观点。根据需要可酌情增减文字，以便观者准确地理解您传达的思想。单击添加文本具体内容，简明扼要地阐述您的观点。单击添加文本具体内容，简明扼要地阐述您的观点。根据需要可酌情增减文字，以便观者准确地理解您传达的思想。"/>
</p:tagLst>
</file>

<file path=ppt/tags/tag650.xml><?xml version="1.0" encoding="utf-8"?>
<p:tagLst xmlns:p="http://schemas.openxmlformats.org/presentationml/2006/main">
  <p:tag name="KSO_WM_SLIDE_ID" val="custom20234968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picTxt"/>
  <p:tag name="KSO_WM_SLIDE_SIZE" val="860*468"/>
  <p:tag name="KSO_WM_SLIDE_POSITION" val="52*28"/>
  <p:tag name="KSO_WM_SLIDE_LAYOUT" val="a_f"/>
  <p:tag name="KSO_WM_SLIDE_LAYOUT_CNT" val="1_1"/>
  <p:tag name="KSO_WM_SPECIAL_SOURCE" val="bdnull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4*a*1"/>
  <p:tag name="KSO_WM_TEMPLATE_CATEGORY" val="diagram"/>
  <p:tag name="KSO_WM_TEMPLATE_INDEX" val="202324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5"/>
  <p:tag name="KSO_WM_DIAGRAM_GROUP_CODE" val="l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2454_1*l_i*1_1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solid&quot;:{&quot;brightness&quot;:0,&quot;colorType&quot;:1,&quot;foreColorIndex&quot;:5,&quot;transparency&quot;:0.3300000131130218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2454_1*l_i*1_2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gradient&quot;:[{&quot;brightness&quot;:0,&quot;colorType&quot;:1,&quot;foreColorIndex&quot;:5,&quot;pos&quot;:0,&quot;transparency&quot;:0.25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32454_1*l_i*1_3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solid&quot;:{&quot;brightness&quot;:0,&quot;colorType&quot;:1,&quot;foreColorIndex&quot;:5,&quot;transparency&quot;:0.87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2454_1*l_h_i*1_1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54_1*l_h_i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6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54_1*l_h_f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思想的提炼，请尽量言简意赅的阐述观点，单击此处输入项正文，文字是思想的提炼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2454_1*l_h_i*1_2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54_1*l_h_i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0"/>
</p:tagLst>
</file>

<file path=ppt/tags/tag6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54_1*l_h_f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思想的提炼，请尽量言简意赅的阐述观点，单击此处输入项正文，文字是思想的提炼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54_1*l_h_a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54_1*l_h_a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50*1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2454_1*l_h_x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6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36*1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2454_1*l_h_x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418.8055114746094,&quot;left&quot;:-0.33048005351865867,&quot;top&quot;:121.53169308159299,&quot;width&quot;:960.37449580155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665.xml><?xml version="1.0" encoding="utf-8"?>
<p:tagLst xmlns:p="http://schemas.openxmlformats.org/presentationml/2006/main">
  <p:tag name="KSO_WM_SLIDE_ID" val="diagram2023245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960.331*418.806"/>
  <p:tag name="KSO_WM_SLIDE_POSITION" val="-0.330472*121.50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6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79*7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147_1*l_h_d*1_1_1"/>
  <p:tag name="KSO_WM_TEMPLATE_CATEGORY" val="diagram"/>
  <p:tag name="KSO_WM_TEMPLATE_INDEX" val="2023314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425.0913385826774,&quot;left&quot;:73.35057745024915,&quot;top&quot;:81.74007874015747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1443500145&quot;}*gallery_gallery_ai_v2.0.9_ONLINE*1746852453942_211.155_38ff9e2b2375-slide-18"/>
  <p:tag name="KSO_WM_UNIT_LINE_FILL_TYPE" val="2"/>
  <p:tag name="KSO_WM_UNIT_USESOURCEFORMAT_APPLY" val="0"/>
</p:tagLst>
</file>

<file path=ppt/tags/tag6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1*l_h_f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25.0913385826774,&quot;left&quot;:73.35057745024915,&quot;top&quot;:81.74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6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1*l_h_a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25.0913385826774,&quot;left&quot;:73.35057745024915,&quot;top&quot;:81.74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79*7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147_1*l_h_d*1_2_1"/>
  <p:tag name="KSO_WM_TEMPLATE_CATEGORY" val="diagram"/>
  <p:tag name="KSO_WM_TEMPLATE_INDEX" val="2023314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425.0913385826774,&quot;left&quot;:73.35057745024915,&quot;top&quot;:81.74007874015747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LINE_FILL_TYPE" val="2"/>
  <p:tag name="KSO_WM_UNIT_USESOURCEFORMAT_APPLY" val="0"/>
</p:tagLst>
</file>

<file path=ppt/tags/tag6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1*l_h_f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25.0913385826774,&quot;left&quot;:73.35057745024915,&quot;top&quot;:81.74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6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1*l_h_a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25.0913385826774,&quot;left&quot;:73.35057745024915,&quot;top&quot;:81.74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73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67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1*l_h_f*1_1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6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1*l_h_a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7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1*l_h_f*1_2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6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1*l_h_a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KSO_WM_UNIT_LINE_FILL_TYPE" val="2"/>
  <p:tag name="KSO_WM_UNIT_USESOURCEFORMAT_APPLY" val="0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KSO_WM_UNIT_LINE_FILL_TYPE" val="2"/>
  <p:tag name="KSO_WM_UNIT_USESOURCEFORMAT_APPLY" val="0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51.092125984252,&quot;left&quot;:20.75,&quot;top&quot;:82.25,&quot;width&quot;:936.320944881889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683.xml><?xml version="1.0" encoding="utf-8"?>
<p:tagLst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68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687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688.xml><?xml version="1.0" encoding="utf-8"?>
<p:tagLst xmlns:p="http://schemas.openxmlformats.org/presentationml/2006/main">
  <p:tag name="KSO_WM_UNIT_VALUE" val="831*299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930_1*d*1"/>
  <p:tag name="KSO_WM_TEMPLATE_CATEGORY" val="custom"/>
  <p:tag name="KSO_WM_TEMPLATE_INDEX" val="20231930"/>
  <p:tag name="KSO_WM_UNIT_LAYERLEVEL" val="1"/>
  <p:tag name="KSO_WM_TAG_VERSION" val="3.0"/>
  <p:tag name="KSO_WM_BEAUTIFY_FLAG" val="#wm#"/>
  <p:tag name="KSO_WM_UNIT_PICTURE_SUBTYPE" val="b"/>
  <p:tag name="KSO_WM_DIAGRAM_GROUP_CODE" val="l1-1"/>
  <p:tag name="MH_PIC_SOURCE_TYPE" val="generate_slide_ai*{&quot;ai_type&quot;:&quot;generate_ppt&quot;,&quot;id&quot;:&quot;VCG41N537854417&quot;}*gallery_gallery_ai_v2.0.9_ONLINE*1746852453942_211.155_38ff9e2b2375-slide-22"/>
  <p:tag name="KSO_WM_UNIT_FILL_FORE_SCHEMECOLOR_INDEX" val="5"/>
  <p:tag name="KSO_WM_UNIT_FILL_TYPE" val="1"/>
  <p:tag name="KSO_WM_UNIT_LINE_FORE_SCHEMECOLOR_INDEX" val="1"/>
  <p:tag name="KSO_WM_UNIT_LINE_FILL_TYPE" val="2"/>
  <p:tag name="KSO_WM_UNIT_USESOURCEFORMAT_APPLY" val="0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930_1*i*1"/>
  <p:tag name="KSO_WM_TEMPLATE_CATEGORY" val="custom"/>
  <p:tag name="KSO_WM_TEMPLATE_INDEX" val="20231930"/>
  <p:tag name="KSO_WM_UNIT_LAYERLEVEL" val="1"/>
  <p:tag name="KSO_WM_TAG_VERSION" val="3.0"/>
  <p:tag name="KSO_WM_BEAUTIFY_FLAG" val="#wm#"/>
  <p:tag name="KSO_WM_DIAGRAM_GROUP_CODE" val="l1-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6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930_1*i*2"/>
  <p:tag name="KSO_WM_TEMPLATE_CATEGORY" val="custom"/>
  <p:tag name="KSO_WM_TEMPLATE_INDEX" val="20231930"/>
  <p:tag name="KSO_WM_UNIT_LAYERLEVEL" val="1"/>
  <p:tag name="KSO_WM_TAG_VERSION" val="3.0"/>
  <p:tag name="KSO_WM_DIAGRAM_GROUP_CODE" val="l1-1"/>
  <p:tag name="KSO_WM_UNIT_FILL_FORE_SCHEMECOLOR_INDEX" val="2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6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930"/>
  <p:tag name="KSO_WM_UNIT_ID" val="custom20231930_1*a*1"/>
  <p:tag name="KSO_WM_UNIT_TEXT_TYPE" val="1"/>
  <p:tag name="KSO_WM_DIAGRAM_GROUP_CODE" val="l1-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6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2*l_h_f*1_2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199.12496062992128,&quot;left&quot;:19.15,&quot;top&quot;:325.82503937007874,&quot;width&quot;:914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6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2*l_h_a*1_2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197.75000000000006,&quot;left&quot;:19.15,&quot;top&quot;:325.82503937007874,&quot;width&quot;:914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6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2*l_h_f*1_1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197.75000000000006,&quot;left&quot;:19.15,&quot;top&quot;:325.82503937007874,&quot;width&quot;:914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6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2*l_h_a*1_1_1"/>
  <p:tag name="KSO_WM_TEMPLATE_CATEGORY" val="diagram"/>
  <p:tag name="KSO_WM_TEMPLATE_INDEX" val="20232476"/>
  <p:tag name="KSO_WM_UNIT_LAYERLEVEL" val="1_1_1"/>
  <p:tag name="KSO_WM_TAG_VERSION" val="3.0"/>
  <p:tag name="KSO_WM_DIAGRAM_MAX_ITEMCNT" val="3"/>
  <p:tag name="KSO_WM_DIAGRAM_MIN_ITEMCNT" val="1"/>
  <p:tag name="KSO_WM_DIAGRAM_VIRTUALLY_FRAME" val="{&quot;height&quot;:197.75000000000006,&quot;left&quot;:19.15,&quot;top&quot;:325.82503937007874,&quot;width&quot;:914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696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746*95.95"/>
  <p:tag name="KSO_WM_SLIDE_POSITION" val="54.8*410.65"/>
  <p:tag name="KSO_WM_SLIDE_LAYOUT" val="a_d_l"/>
  <p:tag name="KSO_WM_SLIDE_LAYOUT_CNT" val="1_1_1"/>
  <p:tag name="KSO_WM_SPECIAL_SOURCE" val="bdnull"/>
  <p:tag name="KSO_WM_TEMPLATE_INDEX" val="20231219"/>
  <p:tag name="KSO_WM_TEMPLATE_SUBCATEGORY" val="0"/>
  <p:tag name="KSO_WM_SLIDE_INDEX" val="1"/>
  <p:tag name="KSO_WM_TAG_VERSION" val="3.0"/>
  <p:tag name="KSO_WM_SLIDE_ID" val="custom20231930_1"/>
  <p:tag name="KSO_WM_SLIDE_ITEM_CNT" val="2"/>
  <p:tag name="KSO_WM_DIAGRAM_GROUP_CODE" val="l1-1"/>
  <p:tag name="KSO_WM_SLIDE_DIAGTYPE" val="l"/>
</p:tagLst>
</file>

<file path=ppt/tags/tag6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68_2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402441297&quot;}*gallery_gallery_ai_v2.0.9_ONLINE*1746852453942_211.155_38ff9e2b2375-slide-23"/>
  <p:tag name="KSO_WM_UNIT_LINE_FILL_TYPE" val="2"/>
  <p:tag name="KSO_WM_UNIT_USESOURCEFORMAT_APPLY" val="0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21gic19763557&quot;}*gallery_gallery_ai_v2.0.9_ONLINE*1746852453942_211.155_38ff9e2b2375-slide-23"/>
  <p:tag name="KSO_WM_UNIT_LINE_FILL_TYPE" val="2"/>
  <p:tag name="KSO_WM_UNIT_USESOURCEFORMAT_APPLY" val="0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484789500&quot;}*gallery_gallery_ai_v2.0.9_ONLINE*1746852453942_211.155_38ff9e2b2375-slide-23"/>
  <p:tag name="KSO_WM_UNIT_LINE_FILL_TYPE" val="2"/>
  <p:tag name="KSO_WM_UNIT_USESOURCEFORMAT_APPLY" val="0"/>
</p:tagLst>
</file>

<file path=ppt/tags/tag7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2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7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2*l_h_f*1_1_1"/>
  <p:tag name="KSO_WM_TEMPLATE_CATEGORY" val="diagram"/>
  <p:tag name="KSO_WM_TEMPLATE_INDEX" val="202309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95.6052803532158,&quot;left&quot;:19.95,&quot;top&quot;:81.85173228346457,&quot;width&quot;:885.29110236220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7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2*l_h_a*1_2_1"/>
  <p:tag name="KSO_WM_TEMPLATE_CATEGORY" val="diagram"/>
  <p:tag name="KSO_WM_TEMPLATE_INDEX" val="202309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7.5482677165354,&quot;left&quot;:19.95,&quot;top&quot;:81.85173228346457,&quot;width&quot;:88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  <p:tag name="KSO_WM_UNIT_USESOURCEFORMAT_APPLY" val="0"/>
</p:tagLst>
</file>

<file path=ppt/tags/tag7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2*l_h_f*1_2_1"/>
  <p:tag name="KSO_WM_TEMPLATE_CATEGORY" val="diagram"/>
  <p:tag name="KSO_WM_TEMPLATE_INDEX" val="202309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7.5482677165354,&quot;left&quot;:19.95,&quot;top&quot;:81.85173228346457,&quot;width&quot;:88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添加文本具体内容，简明扼要地阐述您的观点。可酌情增减文字，以便观者准确地理解您传达的思想。"/>
  <p:tag name="KSO_WM_UNIT_TEXT_TYPE" val="1"/>
  <p:tag name="KSO_WM_UNIT_TEXT_LAYER_COUNT" val="1"/>
  <p:tag name="KSO_WM_UNIT_USESOURCEFORMAT_APPLY" val="0"/>
</p:tagLst>
</file>

<file path=ppt/tags/tag7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68_2*l_h_a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8.0982677165354,&quot;left&quot;:19.95,&quot;top&quot;:81.85173228346457,&quot;width&quot;:90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7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68_2*l_h_f*1_3_1"/>
  <p:tag name="KSO_WM_TEMPLATE_CATEGORY" val="diagram"/>
  <p:tag name="KSO_WM_TEMPLATE_INDEX" val="202309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7.5482677165354,&quot;left&quot;:19.95,&quot;top&quot;:81.85173228346457,&quot;width&quot;:88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710.xml><?xml version="1.0" encoding="utf-8"?>
<p:tagLst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71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714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055_1*d*1"/>
  <p:tag name="KSO_WM_TEMPLATE_CATEGORY" val="custom"/>
  <p:tag name="KSO_WM_TEMPLATE_INDEX" val="20233055"/>
  <p:tag name="KSO_WM_UNIT_LAYERLEVEL" val="1"/>
  <p:tag name="KSO_WM_TAG_VERSION" val="3.0"/>
  <p:tag name="KSO_WM_BEAUTIFY_FLAG" val="#wm#"/>
  <p:tag name="KSO_WM_UNIT_VALUE" val="1067*3384"/>
  <p:tag name="KSO_WM_UNIT_TYPE" val="d"/>
  <p:tag name="KSO_WM_UNIT_INDEX" val="1"/>
  <p:tag name="KSO_WM_UNIT_PICTURE_SUBTYPE" val="b"/>
  <p:tag name="MH_PIC_SOURCE_TYPE" val="generate_slide_ai*{&quot;ai_type&quot;:&quot;generate_ppt&quot;,&quot;id&quot;:&quot;VCG41N1327954344&quot;}*gallery_gallery_ai_v2.0.9_ONLINE*1746852453942_211.155_38ff9e2b2375-slide-25"/>
</p:tagLst>
</file>

<file path=ppt/tags/tag7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c_a"/>
  <p:tag name="KSO_WM_UNIT_INDEX" val="1_1"/>
  <p:tag name="KSO_WM_UNIT_ID" val="custom20233055_1*c_a*1_1"/>
  <p:tag name="KSO_WM_TEMPLATE_CATEGORY" val="custom"/>
  <p:tag name="KSO_WM_TEMPLATE_INDEX" val="20233055"/>
  <p:tag name="KSO_WM_UNIT_LAYERLEVEL" val="1_1"/>
  <p:tag name="KSO_WM_TAG_VERSION" val="3.0"/>
  <p:tag name="KSO_WM_BEAUTIFY_FLAG" val="#wm#"/>
  <p:tag name="KSO_WM_UNIT_PRESET_TEXT" val="单击此处添加标题"/>
  <p:tag name="KSO_WM_UNIT_TEXT_TYPE" val="1"/>
</p:tagLst>
</file>

<file path=ppt/tags/tag717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c_f"/>
  <p:tag name="KSO_WM_UNIT_INDEX" val="1_1"/>
  <p:tag name="KSO_WM_UNIT_ID" val="custom20233055_1*c_f*1_1"/>
  <p:tag name="KSO_WM_TEMPLATE_CATEGORY" val="custom"/>
  <p:tag name="KSO_WM_TEMPLATE_INDEX" val="20233055"/>
  <p:tag name="KSO_WM_UNIT_LAYERLEVEL" val="1_1"/>
  <p:tag name="KSO_WM_TAG_VERSION" val="3.0"/>
  <p:tag name="KSO_WM_BEAUTIFY_FLAG" val="#wm#"/>
  <p:tag name="KSO_WM_UNIT_PRESET_TEXT" val="单击添加正文，文字是您思想的提炼&#13;单击此处编辑正文，文字是您思想的提炼，为了最终演示发布的良好效果。根据需要可增减文字，以便观者准确理解您所传达的信息。"/>
  <p:tag name="KSO_WM_UNIT_TEXT_TYPE" val="1"/>
</p:tagLst>
</file>

<file path=ppt/tags/tag7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055_1*a*1"/>
  <p:tag name="KSO_WM_TEMPLATE_CATEGORY" val="custom"/>
  <p:tag name="KSO_WM_TEMPLATE_INDEX" val="20233055"/>
  <p:tag name="KSO_WM_UNIT_LAYERLEVEL" val="1"/>
  <p:tag name="KSO_WM_TAG_VERSION" val="3.0"/>
  <p:tag name="KSO_WM_BEAUTIFY_FLAG" val="#wm#"/>
  <p:tag name="KSO_WM_UNIT_PRESET_TEXT" val="单击此处添加页面的标题"/>
  <p:tag name="KSO_WM_UNIT_TEXT_TYPE" val="1"/>
</p:tagLst>
</file>

<file path=ppt/tags/tag719.xml><?xml version="1.0" encoding="utf-8"?>
<p:tagLst xmlns:p="http://schemas.openxmlformats.org/presentationml/2006/main">
  <p:tag name="KSO_WM_SLIDE_ID" val="custom2023305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picTxt"/>
  <p:tag name="KSO_WM_SLIDE_SIZE" val="493*113.1"/>
  <p:tag name="KSO_WM_SLIDE_POSITION" val="47.65*380"/>
  <p:tag name="KSO_WM_SLIDE_LAYOUT" val="a_d_c"/>
  <p:tag name="KSO_WM_SLIDE_LAYOUT_CNT" val="1_1_1"/>
  <p:tag name="KSO_WM_SPECIAL_SOURCE" val="bdnull"/>
</p:tagLst>
</file>

<file path=ppt/tags/tag7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31_1*a*1"/>
  <p:tag name="KSO_WM_TEMPLATE_CATEGORY" val="diagram"/>
  <p:tag name="KSO_WM_TEMPLATE_INDEX" val="20233231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7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31_1*l_h_i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32.5020459609144,&quot;left&quot;:43.22290590781868,&quot;top&quot;:89.31921388160526,&quot;width&quot;:873.574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7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31_1*l_h_f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0.65204467773435,&quot;left&quot;:43.22290590781868,&quot;top&quot;:89.31921388160526,&quot;width&quot;:873.574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请单击此处添加正文，文字是您思想的提炼，请言简意赅的阐述观点。单击此处添加正文，文字是您思想的提炼。单击此处添加正文，文字是您思想的提炼，请言简意赅的阐述观点。"/>
  <p:tag name="KSO_WM_UNIT_TEXT_FILL_FORE_SCHEMECOLOR_INDEX" val="1"/>
  <p:tag name="KSO_WM_UNIT_TEXT_FILL_TYPE" val="1"/>
  <p:tag name="KSO_WM_UNIT_USESOURCEFORMAT_APPLY" val="0"/>
</p:tagLst>
</file>

<file path=ppt/tags/tag7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31_1*l_h_a*1_1_1"/>
  <p:tag name="KSO_WM_TEMPLATE_CATEGORY" val="diagram"/>
  <p:tag name="KSO_WM_TEMPLATE_INDEX" val="202332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71.7520446777344,&quot;left&quot;:108.02290590781868,&quot;top&quot;:125.01921388160527,&quot;width&quot;:743.974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7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31_1*l_h_i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32.5020459609144,&quot;left&quot;:43.22290590781868,&quot;top&quot;:89.31921388160526,&quot;width&quot;:873.574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7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471*4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231_1*l_h_d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32.5020459609144,&quot;left&quot;:43.22290590781868,&quot;top&quot;:89.31921388160526,&quot;width&quot;:873.574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196826676&quot;}*gallery_gallery_ai_v2.0.9_ONLINE*1746852453942_211.155_38ff9e2b2375-slide-26"/>
  <p:tag name="KSO_WM_UNIT_LINE_FILL_TYPE" val="2"/>
  <p:tag name="KSO_WM_UNIT_USESOURCEFORMAT_APPLY" val="0"/>
</p:tagLst>
</file>

<file path=ppt/tags/tag7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471*4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231_1*l_h_d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32.5020459609144,&quot;left&quot;:43.22290590781868,&quot;top&quot;:89.31921388160526,&quot;width&quot;:873.574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727.xml><?xml version="1.0" encoding="utf-8"?>
<p:tagLst xmlns:p="http://schemas.openxmlformats.org/presentationml/2006/main">
  <p:tag name="KSO_WM_SLIDE_ID" val="diagram20233231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743.975*371.752"/>
  <p:tag name="KSO_WM_SLIDE_POSITION" val="108.013*125.029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56_1*i*1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29.xml><?xml version="1.0" encoding="utf-8"?>
<p:tagLst xmlns:p="http://schemas.openxmlformats.org/presentationml/2006/main">
  <p:tag name="KSO_WM_UNIT_VALUE" val="1226*96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256_1*d*1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PICTURE_SUBTYPE" val="b"/>
  <p:tag name="KSO_WM_UNIT_LINE_FORE_SCHEMECOLOR_INDEX" val="1"/>
  <p:tag name="KSO_WM_UNIT_LINE_FILL_TYPE" val="2"/>
  <p:tag name="KSO_WM_UNIT_USESOURCEFORMAT_APPLY" val="0"/>
</p:tagLst>
</file>

<file path=ppt/tags/tag7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256"/>
  <p:tag name="KSO_WM_UNIT_ID" val="custom20233256_1*a*1"/>
  <p:tag name="KSO_WM_UNIT_PRESET_TEXT" val="单击此处&#10;添加标题内容"/>
  <p:tag name="KSO_WM_UNIT_TEXT_TYPE" val="1"/>
  <p:tag name="KSO_WM_UNIT_TEXT_FILL_FORE_SCHEMECOLOR_INDEX" val="10"/>
  <p:tag name="KSO_WM_UNIT_TEXT_FILL_TYPE" val="1"/>
  <p:tag name="KSO_WM_UNIT_USESOURCEFORMAT_APPLY" val="0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56_1*i*2"/>
  <p:tag name="KSO_WM_TEMPLATE_CATEGORY" val="custom"/>
  <p:tag name="KSO_WM_TEMPLATE_INDEX" val="20233256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73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55_2*l_h_f*1_2_1"/>
  <p:tag name="KSO_WM_TEMPLATE_CATEGORY" val="diagram"/>
  <p:tag name="KSO_WM_TEMPLATE_INDEX" val="20233255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244.55842367097148,&quot;left&quot;:86.95,&quot;top&quot;:214.75,&quot;width&quot;:409.051181102362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4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UNIT_PRESET_TEXT" val="单击添加文本具体内容，简明扼要地阐述您内容观点"/>
  <p:tag name="KSO_WM_UNIT_TEXT_FILL_FORE_SCHEMECOLOR_INDEX" val="1"/>
  <p:tag name="KSO_WM_UNIT_TEXT_FILL_TYPE" val="1"/>
  <p:tag name="KSO_WM_UNIT_USESOURCEFORMAT_APPLY" val="0"/>
</p:tagLst>
</file>

<file path=ppt/tags/tag733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7.8997*272.733"/>
  <p:tag name="KSO_WM_TEMPLATE_INDEX" val="20231219"/>
  <p:tag name="KSO_WM_TEMPLATE_SUBCATEGORY" val="0"/>
  <p:tag name="KSO_WM_SLIDE_INDEX" val="1"/>
  <p:tag name="KSO_WM_TAG_VERSION" val="3.0"/>
  <p:tag name="KSO_WM_SLIDE_ID" val="custom20233256_1"/>
  <p:tag name="KSO_WM_SLIDE_ITEM_CNT" val="4"/>
</p:tagLst>
</file>

<file path=ppt/tags/tag7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0"/>
  <p:tag name="KSO_WM_UNIT_TEXT_FILL_TYPE" val="1"/>
  <p:tag name="KSO_WM_UNIT_USESOURCEFORMAT_APPLY" val="0"/>
</p:tagLst>
</file>

<file path=ppt/tags/tag7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1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13"/>
  <p:tag name="MH_PIC_SOURCE_TYPE" val="generate_slide_ai*{&quot;ai_type&quot;:&quot;generate_ppt&quot;,&quot;id&quot;:&quot;VCG41N1392323903&quot;}*gallery_gallery_ai_v2.0.9_ONLINE*1746852453942_211.155_38ff9e2b2375-slide-28"/>
  <p:tag name="KSO_WM_UNIT_LINE_FILL_TYPE" val="2"/>
  <p:tag name="KSO_WM_UNIT_USESOURCEFORMAT_APPLY" val="0"/>
</p:tagLst>
</file>

<file path=ppt/tags/tag7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3*l_h_f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7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3*l_h_a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2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168249515&quot;}*gallery_gallery_ai_v2.0.9_ONLINE*1746852453942_211.155_38ff9e2b2375-slide-28"/>
  <p:tag name="KSO_WM_UNIT_LINE_FILL_TYPE" val="2"/>
  <p:tag name="KSO_WM_UNIT_USESOURCEFORMAT_APPLY" val="0"/>
</p:tagLst>
</file>

<file path=ppt/tags/tag7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3*l_h_f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7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3*l_h_a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3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1217954821&quot;}*gallery_gallery_ai_v2.0.9_ONLINE*1746852453942_211.155_38ff9e2b2375-slide-28"/>
  <p:tag name="KSO_WM_UNIT_LINE_FILL_TYPE" val="2"/>
  <p:tag name="KSO_WM_UNIT_USESOURCEFORMAT_APPLY" val="0"/>
</p:tagLst>
</file>

<file path=ppt/tags/tag7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47_3*l_h_f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7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47_3*l_h_a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4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544744598&quot;}*gallery_gallery_ai_v2.0.9_ONLINE*1746852453942_211.155_38ff9e2b2375-slide-28"/>
  <p:tag name="KSO_WM_UNIT_LINE_FILL_TYPE" val="2"/>
  <p:tag name="KSO_WM_UNIT_USESOURCEFORMAT_APPLY" val="0"/>
</p:tagLst>
</file>

<file path=ppt/tags/tag7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147_3*l_h_f*1_4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7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147_3*l_h_a*1_4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5.67546935622687,&quot;left&quot;:73.31742784394991,&quot;top&quot;:91.15591160983954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747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748.xml><?xml version="1.0" encoding="utf-8"?>
<p:tagLst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  <p:tag name="KSO_WM_UNIT_PICTURE_SUBTYPE" val="a"/>
  <p:tag name="MH_PIC_SOURCE_TYPE" val="generate_slide_ai*{&quot;ai_type&quot;:&quot;generate_ppt&quot;,&quot;id&quot;:&quot;VCG41N1197056999&quot;}*gallery_gallery_ai_v2.0.9_ONLINE*1746852453942_211.155_38ff9e2b2375-slide-29"/>
  <p:tag name="KSO_WM_UNIT_FILL_FORE_SCHEMECOLOR_INDEX" val="5"/>
  <p:tag name="KSO_WM_UNIT_FILL_TYPE" val="1"/>
</p:tagLst>
</file>

<file path=ppt/tags/tag7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7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USESOURCEFORMAT_APPLY" val="0"/>
  <p:tag name="KSO_WM_UNIT_PRESET_TEXT" val="单击此处添加标题"/>
  <p:tag name="KSO_WM_UNIT_TEXT_TYPE" val="1"/>
</p:tagLst>
</file>

<file path=ppt/tags/tag7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2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58.10007874015747,&quot;left&quot;:120.25,&quot;top&quot;:314.6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7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2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58.10007874015747,&quot;left&quot;:120.25,&quot;top&quot;:314.6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75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2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58.10007874015747,&quot;left&quot;:120.25,&quot;top&quot;:314.6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7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2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58.10007874015747,&quot;left&quot;:120.25,&quot;top&quot;:314.65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755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1219"/>
  <p:tag name="KSO_WM_SLIDE_TYPE" val="text"/>
  <p:tag name="KSO_WM_SLIDE_SUBTYPE" val="picTxt"/>
  <p:tag name="KSO_WM_SLIDE_SIZE" val="746*95.95"/>
  <p:tag name="KSO_WM_SLIDE_POSITION" val="120.25*376.7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7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33_1*a*1"/>
  <p:tag name="KSO_WM_TEMPLATE_CATEGORY" val="diagram"/>
  <p:tag name="KSO_WM_TEMPLATE_INDEX" val="20233233"/>
  <p:tag name="KSO_WM_UNIT_LAYERLEVEL" val="1"/>
  <p:tag name="KSO_WM_TAG_VERSION" val="3.0"/>
  <p:tag name="KSO_WM_BEAUTIFY_FLAG" val="#wm#"/>
  <p:tag name="KSO_WM_UNIT_TEXT_TYPE" val="1"/>
  <p:tag name="KSO_WM_UNIT_PRESET_TEXT" val="单击此处添加标题内容"/>
  <p:tag name="KSO_WM_UNIT_TEXT_FILL_FORE_SCHEMECOLOR_INDEX" val="10"/>
  <p:tag name="KSO_WM_UNIT_TEXT_FILL_TYPE" val="1"/>
  <p:tag name="KSO_WM_UNIT_USESOURCEFORMAT_APPLY" val="0"/>
</p:tagLst>
</file>

<file path=ppt/tags/tag7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546*118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233_1*l_h_d*1_2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133535534&quot;}*gallery_gallery_ai_v2.0.9_ONLINE*1746852453942_211.155_38ff9e2b2375-slide-30"/>
  <p:tag name="KSO_WM_UNIT_LINE_FILL_TYPE" val="2"/>
  <p:tag name="KSO_WM_UNIT_USESOURCEFORMAT_APPLY" val="0"/>
</p:tagLst>
</file>

<file path=ppt/tags/tag7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546*118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233_1*l_h_d*1_1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426249620&quot;}*gallery_gallery_ai_v2.0.9_ONLINE*1746852453942_211.155_38ff9e2b2375-slide-30"/>
  <p:tag name="KSO_WM_UNIT_LINE_FILL_TYPE" val="2"/>
  <p:tag name="KSO_WM_UNIT_USESOURCEFORMAT_APPLY" val="0"/>
</p:tagLst>
</file>

<file path=ppt/tags/tag7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33_1*l_h_f*1_1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TEXT_FILL_FORE_SCHEMECOLOR_INDEX" val="1"/>
  <p:tag name="KSO_WM_UNIT_TEXT_FILL_TYPE" val="1"/>
  <p:tag name="KSO_WM_UNIT_TEXT_LAYER_COUNT" val="1"/>
  <p:tag name="KSO_WM_UNIT_USESOURCEFORMAT_APPLY" val="0"/>
</p:tagLst>
</file>

<file path=ppt/tags/tag7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33_1*l_h_a*1_1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TEXT_TYPE" val="1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7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33_1*l_h_i*1_1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UNIT_USESOURCEFORMAT_APPLY" val="0"/>
</p:tagLst>
</file>

<file path=ppt/tags/tag7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33_1*l_h_f*1_2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0"/>
  <p:tag name="KSO_WM_UNIT_TEXT_TYPE" val="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TEXT_FILL_FORE_SCHEMECOLOR_INDEX" val="1"/>
  <p:tag name="KSO_WM_UNIT_TEXT_FILL_TYPE" val="1"/>
  <p:tag name="KSO_WM_UNIT_TEXT_LAYER_COUNT" val="1"/>
  <p:tag name="KSO_WM_UNIT_USESOURCEFORMAT_APPLY" val="0"/>
</p:tagLst>
</file>

<file path=ppt/tags/tag7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33_1*l_h_a*1_2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TEXT_TYPE" val="1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7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33_1*l_h_i*1_2_1"/>
  <p:tag name="KSO_WM_TEMPLATE_CATEGORY" val="diagram"/>
  <p:tag name="KSO_WM_TEMPLATE_INDEX" val="20233233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69.6248031496063,&quot;left&quot;:54.750078740157484,&quot;top&quot;:103.93299212598424,&quot;width&quot;:850.437480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FORE_SCHEMECOLOR_INDEX" val="1"/>
  <p:tag name="KSO_WM_UNIT_TEXT_FILL_TYPE" val="1"/>
  <p:tag name="KSO_WM_UNIT_USESOURCEFORMAT_APPLY" val="0"/>
</p:tagLst>
</file>

<file path=ppt/tags/tag765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  <p:tag name="KSO_WM_SLIDE_ID" val="diagram20233233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50.394*348.539"/>
  <p:tag name="KSO_WM_SLIDE_POSITION" val="54.7501*124.973"/>
</p:tagLst>
</file>

<file path=ppt/tags/tag766.xml><?xml version="1.0" encoding="utf-8"?>
<p:tagLst xmlns:p="http://schemas.openxmlformats.org/presentationml/2006/main">
  <p:tag name="KSO_WM_UNIT_VALUE" val="1903*174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3618_1*d*1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  <p:tag name="KSO_WM_UNIT_PICTURE_SUBTYPE" val="b"/>
  <p:tag name="MH_PIC_SOURCE_TYPE" val="generate_slide_ai*{&quot;ai_type&quot;:&quot;generate_ppt&quot;,&quot;id&quot;:&quot;VCG41N1328733225&quot;}*gallery_gallery_ai_v2.0.9_ONLINE*1746852453942_211.155_38ff9e2b2375-slide-31"/>
</p:tagLst>
</file>

<file path=ppt/tags/tag7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618_1*a*1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TEXT_TYPE" val="1"/>
  <p:tag name="KSO_WM_UNIT_PRESET_TEXT" val="单击此处添加&#10;标题内容"/>
  <p:tag name="KSO_WM_UNIT_TEXT_FILL_FORE_SCHEMECOLOR_INDEX" val="13"/>
  <p:tag name="KSO_WM_UNIT_TEXT_FILL_TYPE" val="1"/>
  <p:tag name="KSO_WM_UNIT_USESOURCEFORMAT_APPLY" val="1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618_1*i*1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0"/>
  <p:tag name="KSO_WM_UNIT_TEXT_FILL_TYPE" val="1"/>
  <p:tag name="KSO_WM_UNIT_USESOURCEFORMAT_APPLY" val="1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618_1*i*2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7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33618_1*c_f*1_1"/>
  <p:tag name="KSO_WM_TEMPLATE_CATEGORY" val="custom"/>
  <p:tag name="KSO_WM_TEMPLATE_INDEX" val="20233618"/>
  <p:tag name="KSO_WM_UNIT_LAYERLEVEL" val="1_1"/>
  <p:tag name="KSO_WM_TAG_VERSION" val="3.0"/>
  <p:tag name="KSO_WM_DIAGRAM_MAX_ITEMCNT" val="4"/>
  <p:tag name="KSO_WM_DIAGRAM_MIN_ITEMCNT" val="1"/>
  <p:tag name="KSO_WM_DIAGRAM_VIRTUALLY_FRAME" val="{&quot;height&quot;:363.3979874882736,&quot;left&quot;:72.7588188976378,&quot;top&quot;:187.8865007007028,&quot;width&quot;:266.63598425196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SUBTYPE" val="a"/>
  <p:tag name="KSO_WM_UNIT_TYPE" val="c_f"/>
  <p:tag name="KSO_WM_UNIT_INDEX" val="1_1"/>
  <p:tag name="KSO_WM_UNIT_VALUE" val="56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添加文本具体内容，简明扼要地阐述您的观点。根据需要可酌情增减文字，以便观者准确地理解您传达的思想。"/>
  <p:tag name="KSO_WM_UNIT_USESOURCEFORMAT_APPLY" val="1"/>
  <p:tag name="KSO_WM_UNIT_TEXT_LAYER_COUNT" val="1"/>
  <p:tag name="KSO_WM_BEAUTIFY_FLAG" val="#wm#"/>
</p:tagLst>
</file>

<file path=ppt/tags/tag7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33618_1*c_a*1_1"/>
  <p:tag name="KSO_WM_TEMPLATE_CATEGORY" val="custom"/>
  <p:tag name="KSO_WM_TEMPLATE_INDEX" val="20233618"/>
  <p:tag name="KSO_WM_UNIT_LAYERLEVEL" val="1_1"/>
  <p:tag name="KSO_WM_TAG_VERSION" val="3.0"/>
  <p:tag name="KSO_WM_DIAGRAM_MAX_ITEMCNT" val="4"/>
  <p:tag name="KSO_WM_DIAGRAM_MIN_ITEMCNT" val="1"/>
  <p:tag name="KSO_WM_DIAGRAM_VIRTUALLY_FRAME" val="{&quot;height&quot;:363.3979874882736,&quot;left&quot;:72.7588188976378,&quot;top&quot;:187.8865007007028,&quot;width&quot;:266.6359842519685}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YPE" val="c_a"/>
  <p:tag name="KSO_WM_UNIT_INDEX" val="1_1"/>
  <p:tag name="KSO_WM_UNIT_VALUE" val="14"/>
  <p:tag name="KSO_WM_DIAGRAM_VERSION" val="3"/>
  <p:tag name="KSO_WM_DIAGRAM_COLOR_TRICK" val="1"/>
  <p:tag name="KSO_WM_DIAGRAM_COLOR_TEXT_CAN_REMOVE" val="n"/>
  <p:tag name="KSO_WM_UNIT_FILL_TYPE" val="3"/>
  <p:tag name="KSO_WM_UNIT_PRESET_TEXT" val="添加标题"/>
  <p:tag name="KSO_WM_UNIT_SHADOW_SCHEMECOLOR_INDEX_BRIGHTNESS" val="0"/>
  <p:tag name="KSO_WM_UNIT_SHADOW_SCHEMECOLOR_INDEX" val="5"/>
  <p:tag name="KSO_WM_UNIT_USESOURCEFORMAT_APPLY" val="1"/>
  <p:tag name="KSO_WM_BEAUTIFY_FLAG" val="#wm#"/>
</p:tagLst>
</file>

<file path=ppt/tags/tag772.xml><?xml version="1.0" encoding="utf-8"?>
<p:tagLst xmlns:p="http://schemas.openxmlformats.org/presentationml/2006/main">
  <p:tag name="KSO_WM_SLIDE_ID" val="custom2023361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361.9*181.5"/>
  <p:tag name="KSO_WM_SLIDE_POSITION" val="72.75*324.2"/>
  <p:tag name="KSO_WM_TAG_VERSION" val="3.0"/>
  <p:tag name="KSO_WM_BEAUTIFY_FLAG" val="#wm#"/>
  <p:tag name="KSO_WM_TEMPLATE_CATEGORY" val="custom"/>
  <p:tag name="KSO_WM_TEMPLATE_INDEX" val="20231219"/>
  <p:tag name="KSO_WM_SLIDE_LAYOUT" val="a_d_c"/>
  <p:tag name="KSO_WM_SLIDE_LAYOUT_CNT" val="1_1_1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7*b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5"/>
  <p:tag name="KSO_WM_UNIT_TYPE" val="b"/>
  <p:tag name="KSO_WM_UNIT_INDEX" val="1"/>
  <p:tag name="KSO_WM_UNIT_PRESET_TEXT" val="章节副标题"/>
  <p:tag name="KSO_WM_UNIT_TEXT_TYPE" val="1"/>
</p:tagLst>
</file>

<file path=ppt/tags/tag77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1219_7*e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776.xml><?xml version="1.0" encoding="utf-8"?>
<p:tagLst xmlns:p="http://schemas.openxmlformats.org/presentationml/2006/main">
  <p:tag name="KSO_WM_SLIDE_ID" val="custom2023121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1219"/>
  <p:tag name="KSO_WM_SLIDE_TYPE" val="sectionTitle"/>
  <p:tag name="KSO_WM_SLIDE_SUBTYPE" val="pureTxt"/>
  <p:tag name="KSO_WM_SLIDE_LAYOUT" val="a_b_e"/>
  <p:tag name="KSO_WM_SLIDE_LAYOUT_CNT" val="1_1_1"/>
</p:tagLst>
</file>

<file path=ppt/tags/tag777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778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779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780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781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782.xml><?xml version="1.0" encoding="utf-8"?>
<p:tagLst xmlns:p="http://schemas.openxmlformats.org/presentationml/2006/main">
  <p:tag name="KSO_WM_BEAUTIFY_FLAG" val="#wm#"/>
  <p:tag name="KSO_WM_TEMPLATE_CATEGORY" val="custom"/>
  <p:tag name="KSO_WM_TEMPLATE_INDEX" val="20231219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19_9*a*1"/>
  <p:tag name="KSO_WM_TEMPLATE_CATEGORY" val="custom"/>
  <p:tag name="KSO_WM_TEMPLATE_INDEX" val="2023121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784.xml><?xml version="1.0" encoding="utf-8"?>
<p:tagLst xmlns:p="http://schemas.openxmlformats.org/presentationml/2006/main">
  <p:tag name="KSO_WM_SLIDE_ID" val="custom2023121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19"/>
  <p:tag name="KSO_WM_SLIDE_TYPE" val="endPage"/>
  <p:tag name="KSO_WM_SLIDE_SUBTYPE" val="pureTxt"/>
  <p:tag name="KSO_WM_SLIDE_LAYOUT" val="a_f"/>
  <p:tag name="KSO_WM_SLIDE_LAYOUT_CNT" val="1_1"/>
</p:tagLst>
</file>

<file path=ppt/tags/tag785.xml><?xml version="1.0" encoding="utf-8"?>
<p:tagLst xmlns:p="http://schemas.openxmlformats.org/presentationml/2006/main">
  <p:tag name="KSO_WM_PRESENTATION_SOURCE" val="WPPAIGeneratePPT"/>
  <p:tag name="commondata" val="eyJoZGlkIjoiM2ZjZjdhOGVmYzk2NjJlYTNhMmE2NmIxNTkyZmQwY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4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5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6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7_Office 主题​​">
  <a:themeElements>
    <a:clrScheme name="自定义 172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2B7784"/>
      </a:accent1>
      <a:accent2>
        <a:srgbClr val="27B7A9"/>
      </a:accent2>
      <a:accent3>
        <a:srgbClr val="7E9E93"/>
      </a:accent3>
      <a:accent4>
        <a:srgbClr val="6EBF51"/>
      </a:accent4>
      <a:accent5>
        <a:srgbClr val="AF9C55"/>
      </a:accent5>
      <a:accent6>
        <a:srgbClr val="FFA109"/>
      </a:accent6>
      <a:hlink>
        <a:srgbClr val="304FFE"/>
      </a:hlink>
      <a:folHlink>
        <a:srgbClr val="492067"/>
      </a:folHlink>
    </a:clrScheme>
    <a:fontScheme name="自定义 20">
      <a:majorFont>
        <a:latin typeface="汉仪楷体简"/>
        <a:ea typeface="汉仪楷体简"/>
        <a:cs typeface=""/>
      </a:majorFont>
      <a:minorFont>
        <a:latin typeface="汉仪楷体简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  <a:alpha val="53000"/>
          </a:schemeClr>
        </a:solidFill>
        <a:ln>
          <a:solidFill>
            <a:schemeClr val="accent6">
              <a:lumMod val="20000"/>
              <a:lumOff val="80000"/>
            </a:schemeClr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>
              <a:lumMod val="20000"/>
              <a:lumOff val="80000"/>
              <a:alpha val="27000"/>
            </a:schemeClr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sz="2000" b="1" spc="300" dirty="0">
            <a:solidFill>
              <a:schemeClr val="tx1">
                <a:lumMod val="85000"/>
                <a:lumOff val="15000"/>
              </a:schemeClr>
            </a:solidFill>
            <a:latin typeface="+mj-ea"/>
            <a:ea typeface="+mj-ea"/>
            <a:cs typeface="汉仪楷体简" panose="02010600000101010101" charset="-128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6974</Words>
  <Application>WPS 演示</Application>
  <PresentationFormat>宽屏</PresentationFormat>
  <Paragraphs>439</Paragraphs>
  <Slides>43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29</vt:i4>
      </vt:variant>
      <vt:variant>
        <vt:lpstr>幻灯片标题</vt:lpstr>
      </vt:variant>
      <vt:variant>
        <vt:i4>43</vt:i4>
      </vt:variant>
    </vt:vector>
  </HeadingPairs>
  <TitlesOfParts>
    <vt:vector size="83" baseType="lpstr">
      <vt:lpstr>Arial</vt:lpstr>
      <vt:lpstr>宋体</vt:lpstr>
      <vt:lpstr>Wingdings</vt:lpstr>
      <vt:lpstr>Wingdings</vt:lpstr>
      <vt:lpstr>汉仪楷体简</vt:lpstr>
      <vt:lpstr>楷体_GB2312</vt:lpstr>
      <vt:lpstr>微软雅黑</vt:lpstr>
      <vt:lpstr>Arial Unicode MS</vt:lpstr>
      <vt:lpstr>Calibri</vt:lpstr>
      <vt:lpstr>MiSans Normal</vt:lpstr>
      <vt:lpstr>汉仪楷体简</vt:lpstr>
      <vt:lpstr>WPS</vt:lpstr>
      <vt:lpstr>Office 主题​​</vt:lpstr>
      <vt:lpstr>1_Office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8_Office 主题​​</vt:lpstr>
      <vt:lpstr>9_Office 主题​​</vt:lpstr>
      <vt:lpstr>10_Office 主题​​</vt:lpstr>
      <vt:lpstr>11_Office 主题​​</vt:lpstr>
      <vt:lpstr>12_Office 主题​​</vt:lpstr>
      <vt:lpstr>13_Office 主题​​</vt:lpstr>
      <vt:lpstr>14_Office 主题​​</vt:lpstr>
      <vt:lpstr>15_Office 主题​​</vt:lpstr>
      <vt:lpstr>16_Office 主题​​</vt:lpstr>
      <vt:lpstr>17_Office 主题​​</vt:lpstr>
      <vt:lpstr>18_Office 主题​​</vt:lpstr>
      <vt:lpstr>19_Office 主题​​</vt:lpstr>
      <vt:lpstr>20_Office 主题​​</vt:lpstr>
      <vt:lpstr>21_Office 主题​​</vt:lpstr>
      <vt:lpstr>22_Office 主题​​</vt:lpstr>
      <vt:lpstr>23_Office 主题​​</vt:lpstr>
      <vt:lpstr>24_Office 主题​​</vt:lpstr>
      <vt:lpstr>25_Office 主题​​</vt:lpstr>
      <vt:lpstr>26_Office 主题​​</vt:lpstr>
      <vt:lpstr>27_Office 主题​​</vt:lpstr>
      <vt:lpstr>《偷命》奇幻网络剧策案</vt:lpstr>
      <vt:lpstr>目录</vt:lpstr>
      <vt:lpstr>项目概述</vt:lpstr>
      <vt:lpstr>项目名称：《偷命》                                           ——改编于一枚铜钱《偷命》</vt:lpstr>
      <vt:lpstr>故事背景</vt:lpstr>
      <vt:lpstr>角色介绍</vt:lpstr>
      <vt:lpstr>目标受众</vt:lpstr>
      <vt:lpstr>背景调查</vt:lpstr>
      <vt:lpstr>网络剧市场现状</vt:lpstr>
      <vt:lpstr>同类题材网络剧分析</vt:lpstr>
      <vt:lpstr>爱奇艺对玄幻类电视剧的支持力度</vt:lpstr>
      <vt:lpstr>爱奇艺对玄幻类电视剧的支持力度</vt:lpstr>
      <vt:lpstr>目标受众喜好与需求</vt:lpstr>
      <vt:lpstr>内容规划</vt:lpstr>
      <vt:lpstr>整体架构</vt:lpstr>
      <vt:lpstr>主要人物</vt:lpstr>
      <vt:lpstr>情节梗概</vt:lpstr>
      <vt:lpstr>故事亮点</vt:lpstr>
      <vt:lpstr>制作团队</vt:lpstr>
      <vt:lpstr>导演：巨兴茂</vt:lpstr>
      <vt:lpstr>编剧：小吉祥天&amp;一枚铜钱</vt:lpstr>
      <vt:lpstr>摄影指导：鞠昀</vt:lpstr>
      <vt:lpstr>美术指导</vt:lpstr>
      <vt:lpstr>演员阵容</vt:lpstr>
      <vt:lpstr>拍摄计划</vt:lpstr>
      <vt:lpstr>拍摄地点</vt:lpstr>
      <vt:lpstr>拍摄时间</vt:lpstr>
      <vt:lpstr>制作预算</vt:lpstr>
      <vt:lpstr>制作预算总览</vt:lpstr>
      <vt:lpstr>剧本创作与改编费用：300万元</vt:lpstr>
      <vt:lpstr>演员酬金;1000万元</vt:lpstr>
      <vt:lpstr>拍摄费用;800万元</vt:lpstr>
      <vt:lpstr>特效制作费用：500万元</vt:lpstr>
      <vt:lpstr>后期制作费用：200万元</vt:lpstr>
      <vt:lpstr>宣传推广费用：200万元</vt:lpstr>
      <vt:lpstr>宣传推广</vt:lpstr>
      <vt:lpstr>宣传推广策略 </vt:lpstr>
      <vt:lpstr>（二）影视平台预热</vt:lpstr>
      <vt:lpstr>二、播出期（开播期间）  </vt:lpstr>
      <vt:lpstr>PowerPoint 演示文稿</vt:lpstr>
      <vt:lpstr>PowerPoint 演示文稿</vt:lpstr>
      <vt:lpstr>PowerPoint 演示文稿</vt:lpstr>
      <vt:lpstr>谢谢大家！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孙秀娟</dc:creator>
  <cp:lastModifiedBy>Lenovo</cp:lastModifiedBy>
  <cp:revision>172</cp:revision>
  <dcterms:created xsi:type="dcterms:W3CDTF">2019-06-19T02:08:00Z</dcterms:created>
  <dcterms:modified xsi:type="dcterms:W3CDTF">2025-07-15T05:39:49Z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7DCD7078198C4DA4A8F598AC27BF6FD9_12</vt:lpwstr>
  </property>
</Properties>
</file>